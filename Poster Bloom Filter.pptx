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4"/>
  </p:notesMasterIdLst>
  <p:sldIdLst>
    <p:sldId id="256" r:id="rId3"/>
  </p:sldIdLst>
  <p:sldSz cx="43891200" cy="32918400"/>
  <p:notesSz cx="6858000" cy="9144000"/>
  <p:embeddedFontLst>
    <p:embeddedFont>
      <p:font typeface="Arial Black" panose="020B0A04020102020204" pitchFamily="34" charset="0"/>
      <p:bold r:id="rId5"/>
    </p:embeddedFont>
    <p:embeddedFont>
      <p:font typeface="Garamond" panose="02020404030301010803" pitchFamily="18" charset="0"/>
      <p:regular r:id="rId6"/>
      <p:bold r:id="rId7"/>
      <p:italic r:id="rId8"/>
    </p:embeddedFont>
    <p:embeddedFont>
      <p:font typeface="Helvetica Neue" panose="020B0604020202020204" charset="0"/>
      <p:regular r:id="rId9"/>
      <p:bold r:id="rId10"/>
      <p:italic r:id="rId11"/>
      <p:boldItalic r:id="rId1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 roundtripDataSignature="AMtx7mh6s/6j4kNOWpoJDMPdlVG1TC5kf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4F01"/>
    <a:srgbClr val="0B3501"/>
    <a:srgbClr val="176B03"/>
    <a:srgbClr val="6328CC"/>
    <a:srgbClr val="747474"/>
    <a:srgbClr val="D5A6BD"/>
    <a:srgbClr val="727272"/>
    <a:srgbClr val="A7A7A7"/>
    <a:srgbClr val="0D80FF"/>
    <a:srgbClr val="00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12FF12-9209-4229-9996-6F63FAFB3E99}" v="2" dt="2026-04-23T01:32:32.4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0" d="100"/>
          <a:sy n="60" d="100"/>
        </p:scale>
        <p:origin x="-3504" y="-7522"/>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font" Target="fonts/font3.fntdata"/><Relationship Id="rId12" Type="http://schemas.openxmlformats.org/officeDocument/2006/relationships/font" Target="fonts/font8.fntdata"/><Relationship Id="rId17" Type="http://customschemas.google.com/relationships/presentationmetadata" Target="metadata"/><Relationship Id="rId2" Type="http://schemas.openxmlformats.org/officeDocument/2006/relationships/slideMaster" Target="slideMasters/slideMaster2.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5" Type="http://schemas.openxmlformats.org/officeDocument/2006/relationships/font" Target="fonts/font1.fntdata"/><Relationship Id="rId23" Type="http://schemas.microsoft.com/office/2015/10/relationships/revisionInfo" Target="revisionInfo.xml"/><Relationship Id="rId10" Type="http://schemas.openxmlformats.org/officeDocument/2006/relationships/font" Target="fonts/font6.fntdata"/><Relationship Id="rId19" Type="http://schemas.openxmlformats.org/officeDocument/2006/relationships/viewProps" Target="viewProps.xml"/><Relationship Id="rId4" Type="http://schemas.openxmlformats.org/officeDocument/2006/relationships/notesMaster" Target="notesMasters/notesMaster1.xml"/><Relationship Id="rId9" Type="http://schemas.openxmlformats.org/officeDocument/2006/relationships/font" Target="fonts/font5.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endra Joshi" userId="e8dcc9b2d8463b3a" providerId="LiveId" clId="{C5EB99A2-3027-4CAF-91ED-01B26E32F65E}"/>
    <pc:docChg chg="undo custSel modSld">
      <pc:chgData name="Rajendra Joshi" userId="e8dcc9b2d8463b3a" providerId="LiveId" clId="{C5EB99A2-3027-4CAF-91ED-01B26E32F65E}" dt="2026-04-23T01:38:20.941" v="2053" actId="20577"/>
      <pc:docMkLst>
        <pc:docMk/>
      </pc:docMkLst>
      <pc:sldChg chg="addSp delSp modSp mod">
        <pc:chgData name="Rajendra Joshi" userId="e8dcc9b2d8463b3a" providerId="LiveId" clId="{C5EB99A2-3027-4CAF-91ED-01B26E32F65E}" dt="2026-04-23T01:38:20.941" v="2053" actId="20577"/>
        <pc:sldMkLst>
          <pc:docMk/>
          <pc:sldMk cId="0" sldId="256"/>
        </pc:sldMkLst>
        <pc:spChg chg="mod">
          <ac:chgData name="Rajendra Joshi" userId="e8dcc9b2d8463b3a" providerId="LiveId" clId="{C5EB99A2-3027-4CAF-91ED-01B26E32F65E}" dt="2026-04-20T20:05:05.802" v="205" actId="113"/>
          <ac:spMkLst>
            <pc:docMk/>
            <pc:sldMk cId="0" sldId="256"/>
            <ac:spMk id="5" creationId="{0E44522B-F458-4CFE-AF4D-8EBAAFCB4655}"/>
          </ac:spMkLst>
        </pc:spChg>
        <pc:spChg chg="del mod">
          <ac:chgData name="Rajendra Joshi" userId="e8dcc9b2d8463b3a" providerId="LiveId" clId="{C5EB99A2-3027-4CAF-91ED-01B26E32F65E}" dt="2026-04-23T01:28:17.779" v="1880" actId="478"/>
          <ac:spMkLst>
            <pc:docMk/>
            <pc:sldMk cId="0" sldId="256"/>
            <ac:spMk id="48" creationId="{00000000-0000-0000-0000-000000000000}"/>
          </ac:spMkLst>
        </pc:spChg>
        <pc:spChg chg="del">
          <ac:chgData name="Rajendra Joshi" userId="e8dcc9b2d8463b3a" providerId="LiveId" clId="{C5EB99A2-3027-4CAF-91ED-01B26E32F65E}" dt="2026-04-23T01:24:09.788" v="1601" actId="478"/>
          <ac:spMkLst>
            <pc:docMk/>
            <pc:sldMk cId="0" sldId="256"/>
            <ac:spMk id="73" creationId="{00000000-0000-0000-0000-000000000000}"/>
          </ac:spMkLst>
        </pc:spChg>
        <pc:spChg chg="mod">
          <ac:chgData name="Rajendra Joshi" userId="e8dcc9b2d8463b3a" providerId="LiveId" clId="{C5EB99A2-3027-4CAF-91ED-01B26E32F65E}" dt="2026-04-23T01:38:20.941" v="2053" actId="20577"/>
          <ac:spMkLst>
            <pc:docMk/>
            <pc:sldMk cId="0" sldId="256"/>
            <ac:spMk id="75" creationId="{00000000-0000-0000-0000-000000000000}"/>
          </ac:spMkLst>
        </pc:spChg>
        <pc:spChg chg="mod">
          <ac:chgData name="Rajendra Joshi" userId="e8dcc9b2d8463b3a" providerId="LiveId" clId="{C5EB99A2-3027-4CAF-91ED-01B26E32F65E}" dt="2026-04-20T20:00:49.677" v="190"/>
          <ac:spMkLst>
            <pc:docMk/>
            <pc:sldMk cId="0" sldId="256"/>
            <ac:spMk id="76" creationId="{00000000-0000-0000-0000-000000000000}"/>
          </ac:spMkLst>
        </pc:spChg>
        <pc:spChg chg="mod">
          <ac:chgData name="Rajendra Joshi" userId="e8dcc9b2d8463b3a" providerId="LiveId" clId="{C5EB99A2-3027-4CAF-91ED-01B26E32F65E}" dt="2026-04-23T01:35:24.052" v="2031" actId="20577"/>
          <ac:spMkLst>
            <pc:docMk/>
            <pc:sldMk cId="0" sldId="256"/>
            <ac:spMk id="78" creationId="{00000000-0000-0000-0000-000000000000}"/>
          </ac:spMkLst>
        </pc:spChg>
        <pc:spChg chg="mod">
          <ac:chgData name="Rajendra Joshi" userId="e8dcc9b2d8463b3a" providerId="LiveId" clId="{C5EB99A2-3027-4CAF-91ED-01B26E32F65E}" dt="2026-04-20T20:23:14.680" v="632" actId="20577"/>
          <ac:spMkLst>
            <pc:docMk/>
            <pc:sldMk cId="0" sldId="256"/>
            <ac:spMk id="83" creationId="{00000000-0000-0000-0000-000000000000}"/>
          </ac:spMkLst>
        </pc:spChg>
        <pc:spChg chg="mod">
          <ac:chgData name="Rajendra Joshi" userId="e8dcc9b2d8463b3a" providerId="LiveId" clId="{C5EB99A2-3027-4CAF-91ED-01B26E32F65E}" dt="2026-04-23T01:32:14.044" v="1993" actId="1035"/>
          <ac:spMkLst>
            <pc:docMk/>
            <pc:sldMk cId="0" sldId="256"/>
            <ac:spMk id="84" creationId="{00000000-0000-0000-0000-000000000000}"/>
          </ac:spMkLst>
        </pc:spChg>
        <pc:spChg chg="del mod">
          <ac:chgData name="Rajendra Joshi" userId="e8dcc9b2d8463b3a" providerId="LiveId" clId="{C5EB99A2-3027-4CAF-91ED-01B26E32F65E}" dt="2026-04-23T01:24:07.720" v="1600" actId="478"/>
          <ac:spMkLst>
            <pc:docMk/>
            <pc:sldMk cId="0" sldId="256"/>
            <ac:spMk id="87" creationId="{00000000-0000-0000-0000-000000000000}"/>
          </ac:spMkLst>
        </pc:spChg>
        <pc:spChg chg="mod">
          <ac:chgData name="Rajendra Joshi" userId="e8dcc9b2d8463b3a" providerId="LiveId" clId="{C5EB99A2-3027-4CAF-91ED-01B26E32F65E}" dt="2026-04-23T01:36:20.375" v="2037" actId="1035"/>
          <ac:spMkLst>
            <pc:docMk/>
            <pc:sldMk cId="0" sldId="256"/>
            <ac:spMk id="89" creationId="{00000000-0000-0000-0000-000000000000}"/>
          </ac:spMkLst>
        </pc:spChg>
        <pc:spChg chg="mod">
          <ac:chgData name="Rajendra Joshi" userId="e8dcc9b2d8463b3a" providerId="LiveId" clId="{C5EB99A2-3027-4CAF-91ED-01B26E32F65E}" dt="2026-04-23T01:27:47.678" v="1876" actId="20577"/>
          <ac:spMkLst>
            <pc:docMk/>
            <pc:sldMk cId="0" sldId="256"/>
            <ac:spMk id="91" creationId="{00000000-0000-0000-0000-000000000000}"/>
          </ac:spMkLst>
        </pc:spChg>
        <pc:spChg chg="mod">
          <ac:chgData name="Rajendra Joshi" userId="e8dcc9b2d8463b3a" providerId="LiveId" clId="{C5EB99A2-3027-4CAF-91ED-01B26E32F65E}" dt="2026-04-23T01:37:01.553" v="2042" actId="20577"/>
          <ac:spMkLst>
            <pc:docMk/>
            <pc:sldMk cId="0" sldId="256"/>
            <ac:spMk id="94" creationId="{00000000-0000-0000-0000-000000000000}"/>
          </ac:spMkLst>
        </pc:spChg>
        <pc:spChg chg="del mod">
          <ac:chgData name="Rajendra Joshi" userId="e8dcc9b2d8463b3a" providerId="LiveId" clId="{C5EB99A2-3027-4CAF-91ED-01B26E32F65E}" dt="2026-04-23T01:28:21.703" v="1881" actId="478"/>
          <ac:spMkLst>
            <pc:docMk/>
            <pc:sldMk cId="0" sldId="256"/>
            <ac:spMk id="95" creationId="{00000000-0000-0000-0000-000000000000}"/>
          </ac:spMkLst>
        </pc:spChg>
        <pc:spChg chg="mod">
          <ac:chgData name="Rajendra Joshi" userId="e8dcc9b2d8463b3a" providerId="LiveId" clId="{C5EB99A2-3027-4CAF-91ED-01B26E32F65E}" dt="2026-04-20T20:24:22.681" v="650" actId="20577"/>
          <ac:spMkLst>
            <pc:docMk/>
            <pc:sldMk cId="0" sldId="256"/>
            <ac:spMk id="122" creationId="{00000000-0000-0000-0000-000000000000}"/>
          </ac:spMkLst>
        </pc:spChg>
        <pc:spChg chg="mod">
          <ac:chgData name="Rajendra Joshi" userId="e8dcc9b2d8463b3a" providerId="LiveId" clId="{C5EB99A2-3027-4CAF-91ED-01B26E32F65E}" dt="2026-04-20T20:32:34.671" v="1256" actId="20577"/>
          <ac:spMkLst>
            <pc:docMk/>
            <pc:sldMk cId="0" sldId="256"/>
            <ac:spMk id="123" creationId="{00000000-0000-0000-0000-000000000000}"/>
          </ac:spMkLst>
        </pc:spChg>
        <pc:picChg chg="mod">
          <ac:chgData name="Rajendra Joshi" userId="e8dcc9b2d8463b3a" providerId="LiveId" clId="{C5EB99A2-3027-4CAF-91ED-01B26E32F65E}" dt="2026-04-23T01:35:30.842" v="2032" actId="1076"/>
          <ac:picMkLst>
            <pc:docMk/>
            <pc:sldMk cId="0" sldId="256"/>
            <ac:picMk id="2" creationId="{187345C8-ABC2-0BF8-5280-A751B488195A}"/>
          </ac:picMkLst>
        </pc:picChg>
        <pc:picChg chg="mod">
          <ac:chgData name="Rajendra Joshi" userId="e8dcc9b2d8463b3a" providerId="LiveId" clId="{C5EB99A2-3027-4CAF-91ED-01B26E32F65E}" dt="2026-04-23T01:35:35.940" v="2033" actId="1076"/>
          <ac:picMkLst>
            <pc:docMk/>
            <pc:sldMk cId="0" sldId="256"/>
            <ac:picMk id="3" creationId="{10133330-F11B-8F00-F989-4A0B9CEB07DB}"/>
          </ac:picMkLst>
        </pc:picChg>
        <pc:picChg chg="del">
          <ac:chgData name="Rajendra Joshi" userId="e8dcc9b2d8463b3a" providerId="LiveId" clId="{C5EB99A2-3027-4CAF-91ED-01B26E32F65E}" dt="2026-04-23T01:24:01.463" v="1582" actId="478"/>
          <ac:picMkLst>
            <pc:docMk/>
            <pc:sldMk cId="0" sldId="256"/>
            <ac:picMk id="6" creationId="{00000000-0000-0000-0000-000000000000}"/>
          </ac:picMkLst>
        </pc:picChg>
        <pc:picChg chg="add mod">
          <ac:chgData name="Rajendra Joshi" userId="e8dcc9b2d8463b3a" providerId="LiveId" clId="{C5EB99A2-3027-4CAF-91ED-01B26E32F65E}" dt="2026-04-23T01:27:39.359" v="1867" actId="14100"/>
          <ac:picMkLst>
            <pc:docMk/>
            <pc:sldMk cId="0" sldId="256"/>
            <ac:picMk id="8" creationId="{20598763-7DB2-97ED-DBF9-47F9482543A5}"/>
          </ac:picMkLst>
        </pc:picChg>
        <pc:picChg chg="del">
          <ac:chgData name="Rajendra Joshi" userId="e8dcc9b2d8463b3a" providerId="LiveId" clId="{C5EB99A2-3027-4CAF-91ED-01B26E32F65E}" dt="2026-04-23T01:34:46.279" v="2021" actId="478"/>
          <ac:picMkLst>
            <pc:docMk/>
            <pc:sldMk cId="0" sldId="256"/>
            <ac:picMk id="9" creationId="{00000000-0000-0000-0000-000000000000}"/>
          </ac:picMkLst>
        </pc:picChg>
        <pc:picChg chg="add mod">
          <ac:chgData name="Rajendra Joshi" userId="e8dcc9b2d8463b3a" providerId="LiveId" clId="{C5EB99A2-3027-4CAF-91ED-01B26E32F65E}" dt="2026-04-23T01:37:11.349" v="2043" actId="14100"/>
          <ac:picMkLst>
            <pc:docMk/>
            <pc:sldMk cId="0" sldId="256"/>
            <ac:picMk id="11" creationId="{0EE3A373-65A7-00F3-3B2E-648B604C784D}"/>
          </ac:picMkLst>
        </pc:picChg>
        <pc:picChg chg="add mod">
          <ac:chgData name="Rajendra Joshi" userId="e8dcc9b2d8463b3a" providerId="LiveId" clId="{C5EB99A2-3027-4CAF-91ED-01B26E32F65E}" dt="2026-04-23T01:35:39.266" v="2034" actId="1076"/>
          <ac:picMkLst>
            <pc:docMk/>
            <pc:sldMk cId="0" sldId="256"/>
            <ac:picMk id="13" creationId="{F84E0DA0-A371-BF4B-C547-9158E759F086}"/>
          </ac:picMkLst>
        </pc:picChg>
        <pc:picChg chg="add mod">
          <ac:chgData name="Rajendra Joshi" userId="e8dcc9b2d8463b3a" providerId="LiveId" clId="{C5EB99A2-3027-4CAF-91ED-01B26E32F65E}" dt="2026-04-23T01:24:22.533" v="1711" actId="1035"/>
          <ac:picMkLst>
            <pc:docMk/>
            <pc:sldMk cId="0" sldId="256"/>
            <ac:picMk id="15" creationId="{B845AFDE-37C2-5C57-5A9A-19144B11ACCA}"/>
          </ac:picMkLst>
        </pc:picChg>
        <pc:picChg chg="add mod">
          <ac:chgData name="Rajendra Joshi" userId="e8dcc9b2d8463b3a" providerId="LiveId" clId="{C5EB99A2-3027-4CAF-91ED-01B26E32F65E}" dt="2026-04-20T20:23:54.490" v="638" actId="14100"/>
          <ac:picMkLst>
            <pc:docMk/>
            <pc:sldMk cId="0" sldId="256"/>
            <ac:picMk id="16" creationId="{1FE0005B-7358-BF7B-80DC-D4DA3F0784A9}"/>
          </ac:picMkLst>
        </pc:picChg>
        <pc:picChg chg="add mod">
          <ac:chgData name="Rajendra Joshi" userId="e8dcc9b2d8463b3a" providerId="LiveId" clId="{C5EB99A2-3027-4CAF-91ED-01B26E32F65E}" dt="2026-04-23T01:36:47.773" v="2041" actId="14100"/>
          <ac:picMkLst>
            <pc:docMk/>
            <pc:sldMk cId="0" sldId="256"/>
            <ac:picMk id="18" creationId="{5B8279FA-69B7-CEFB-EAA7-3FAB434D02D4}"/>
          </ac:picMkLst>
        </pc:picChg>
        <pc:picChg chg="add mod">
          <ac:chgData name="Rajendra Joshi" userId="e8dcc9b2d8463b3a" providerId="LiveId" clId="{C5EB99A2-3027-4CAF-91ED-01B26E32F65E}" dt="2026-04-23T01:28:05.470" v="1879" actId="14100"/>
          <ac:picMkLst>
            <pc:docMk/>
            <pc:sldMk cId="0" sldId="256"/>
            <ac:picMk id="20" creationId="{5CC02CC7-2A3A-630A-36AD-D67F60F63557}"/>
          </ac:picMkLst>
        </pc:picChg>
        <pc:picChg chg="add mod">
          <ac:chgData name="Rajendra Joshi" userId="e8dcc9b2d8463b3a" providerId="LiveId" clId="{C5EB99A2-3027-4CAF-91ED-01B26E32F65E}" dt="2026-04-21T23:24:08.816" v="1265" actId="1076"/>
          <ac:picMkLst>
            <pc:docMk/>
            <pc:sldMk cId="0" sldId="256"/>
            <ac:picMk id="1028" creationId="{1B35FDB3-7E3C-0A29-4B0C-4BD21F194FD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1pPr>
            <a:lvl2pPr marL="914400" marR="0" lvl="1"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2pPr>
            <a:lvl3pPr marL="1371600" marR="0" lvl="2"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3pPr>
            <a:lvl4pPr marL="1828800" marR="0" lvl="3"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4pPr>
            <a:lvl5pPr marL="2286000" marR="0" lvl="4"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5pPr>
            <a:lvl6pPr marL="2743200" marR="0" lvl="5"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6pPr>
            <a:lvl7pPr marL="3200400" marR="0" lvl="6"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7pPr>
            <a:lvl8pPr marL="3657600" marR="0" lvl="7"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8pPr>
            <a:lvl9pPr marL="4114800" marR="0" lvl="8"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9pPr>
          </a:lstStyle>
          <a:p>
            <a:endParaRPr/>
          </a:p>
        </p:txBody>
      </p:sp>
    </p:spTree>
    <p:extLst>
      <p:ext uri="{BB962C8B-B14F-4D97-AF65-F5344CB8AC3E}">
        <p14:creationId xmlns:p14="http://schemas.microsoft.com/office/powerpoint/2010/main" val="93497461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0" name="Google Shape;70;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8000"/>
              </a:lnSpc>
              <a:spcBef>
                <a:spcPts val="0"/>
              </a:spcBef>
              <a:spcAft>
                <a:spcPts val="0"/>
              </a:spcAft>
              <a:buSzPts val="1400"/>
              <a:buNone/>
            </a:pPr>
            <a:endParaRPr dirty="0">
              <a:solidFill>
                <a:srgbClr val="000000"/>
              </a:solidFill>
            </a:endParaRPr>
          </a:p>
        </p:txBody>
      </p:sp>
    </p:spTree>
    <p:extLst>
      <p:ext uri="{BB962C8B-B14F-4D97-AF65-F5344CB8AC3E}">
        <p14:creationId xmlns:p14="http://schemas.microsoft.com/office/powerpoint/2010/main" val="1991481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
        <p:cNvGrpSpPr/>
        <p:nvPr/>
      </p:nvGrpSpPr>
      <p:grpSpPr>
        <a:xfrm>
          <a:off x="0" y="0"/>
          <a:ext cx="0" cy="0"/>
          <a:chOff x="0" y="0"/>
          <a:chExt cx="0" cy="0"/>
        </a:xfrm>
      </p:grpSpPr>
      <p:sp>
        <p:nvSpPr>
          <p:cNvPr id="17" name="Google Shape;17;p3"/>
          <p:cNvSpPr/>
          <p:nvPr/>
        </p:nvSpPr>
        <p:spPr>
          <a:xfrm>
            <a:off x="0" y="0"/>
            <a:ext cx="43891200" cy="5255100"/>
          </a:xfrm>
          <a:prstGeom prst="rect">
            <a:avLst/>
          </a:prstGeom>
          <a:gradFill flip="none" rotWithShape="1">
            <a:gsLst>
              <a:gs pos="0">
                <a:srgbClr val="A7A7A7">
                  <a:shade val="30000"/>
                  <a:satMod val="115000"/>
                </a:srgbClr>
              </a:gs>
              <a:gs pos="50000">
                <a:srgbClr val="A7A7A7">
                  <a:shade val="67500"/>
                  <a:satMod val="115000"/>
                </a:srgbClr>
              </a:gs>
              <a:gs pos="100000">
                <a:srgbClr val="A7A7A7">
                  <a:shade val="100000"/>
                  <a:satMod val="115000"/>
                </a:srgbClr>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3"/>
          <p:cNvSpPr/>
          <p:nvPr/>
        </p:nvSpPr>
        <p:spPr>
          <a:xfrm>
            <a:off x="0" y="5255100"/>
            <a:ext cx="43891200" cy="27663300"/>
          </a:xfrm>
          <a:prstGeom prst="rect">
            <a:avLst/>
          </a:prstGeom>
          <a:gradFill flip="none" rotWithShape="1">
            <a:gsLst>
              <a:gs pos="0">
                <a:srgbClr val="747474">
                  <a:shade val="30000"/>
                  <a:satMod val="115000"/>
                </a:srgbClr>
              </a:gs>
              <a:gs pos="50000">
                <a:srgbClr val="747474">
                  <a:shade val="67500"/>
                  <a:satMod val="115000"/>
                </a:srgbClr>
              </a:gs>
              <a:gs pos="100000">
                <a:srgbClr val="747474">
                  <a:shade val="100000"/>
                  <a:satMod val="115000"/>
                </a:srgbClr>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3"/>
          <p:cNvSpPr/>
          <p:nvPr/>
        </p:nvSpPr>
        <p:spPr>
          <a:xfrm>
            <a:off x="690150"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
          <p:cNvSpPr/>
          <p:nvPr/>
        </p:nvSpPr>
        <p:spPr>
          <a:xfrm>
            <a:off x="11488163"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3"/>
          <p:cNvSpPr/>
          <p:nvPr/>
        </p:nvSpPr>
        <p:spPr>
          <a:xfrm>
            <a:off x="22285938"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a:off x="33063813"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3"/>
        <p:cNvGrpSpPr/>
        <p:nvPr/>
      </p:nvGrpSpPr>
      <p:grpSpPr>
        <a:xfrm>
          <a:off x="0" y="0"/>
          <a:ext cx="0" cy="0"/>
          <a:chOff x="0" y="0"/>
          <a:chExt cx="0" cy="0"/>
        </a:xfrm>
      </p:grpSpPr>
      <p:sp>
        <p:nvSpPr>
          <p:cNvPr id="24" name="Google Shape;24;p4"/>
          <p:cNvSpPr txBox="1">
            <a:spLocks noGrp="1"/>
          </p:cNvSpPr>
          <p:nvPr>
            <p:ph type="ctrTitle"/>
          </p:nvPr>
        </p:nvSpPr>
        <p:spPr>
          <a:xfrm>
            <a:off x="3292475" y="10226675"/>
            <a:ext cx="37306250" cy="7054850"/>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5" name="Google Shape;25;p4"/>
          <p:cNvSpPr txBox="1">
            <a:spLocks noGrp="1"/>
          </p:cNvSpPr>
          <p:nvPr>
            <p:ph type="subTitle" idx="1"/>
          </p:nvPr>
        </p:nvSpPr>
        <p:spPr>
          <a:xfrm>
            <a:off x="6583363" y="18653125"/>
            <a:ext cx="30724475" cy="8413750"/>
          </a:xfrm>
          <a:prstGeom prst="rect">
            <a:avLst/>
          </a:prstGeom>
          <a:noFill/>
          <a:ln>
            <a:noFill/>
          </a:ln>
        </p:spPr>
        <p:txBody>
          <a:bodyPr spcFirstLastPara="1" wrap="square" lIns="456400" tIns="456400" rIns="456400" bIns="456400" anchor="t" anchorCtr="0">
            <a:noAutofit/>
          </a:bodyPr>
          <a:lstStyle>
            <a:lvl1pPr lvl="0" algn="ctr">
              <a:lnSpc>
                <a:spcPct val="100000"/>
              </a:lnSpc>
              <a:spcBef>
                <a:spcPts val="600"/>
              </a:spcBef>
              <a:spcAft>
                <a:spcPts val="0"/>
              </a:spcAft>
              <a:buClr>
                <a:schemeClr val="dk1"/>
              </a:buClr>
              <a:buSzPts val="2900"/>
              <a:buFont typeface="Arial"/>
              <a:buNone/>
              <a:defRPr/>
            </a:lvl1pPr>
            <a:lvl2pPr lvl="1" algn="ctr">
              <a:lnSpc>
                <a:spcPct val="100000"/>
              </a:lnSpc>
              <a:spcBef>
                <a:spcPts val="600"/>
              </a:spcBef>
              <a:spcAft>
                <a:spcPts val="0"/>
              </a:spcAft>
              <a:buClr>
                <a:schemeClr val="dk1"/>
              </a:buClr>
              <a:buSzPts val="2900"/>
              <a:buFont typeface="Arial"/>
              <a:buNone/>
              <a:defRPr/>
            </a:lvl2pPr>
            <a:lvl3pPr lvl="2" algn="ctr">
              <a:lnSpc>
                <a:spcPct val="100000"/>
              </a:lnSpc>
              <a:spcBef>
                <a:spcPts val="600"/>
              </a:spcBef>
              <a:spcAft>
                <a:spcPts val="0"/>
              </a:spcAft>
              <a:buClr>
                <a:schemeClr val="dk1"/>
              </a:buClr>
              <a:buSzPts val="2900"/>
              <a:buFont typeface="Arial"/>
              <a:buNone/>
              <a:defRPr/>
            </a:lvl3pPr>
            <a:lvl4pPr lvl="3" algn="ctr">
              <a:lnSpc>
                <a:spcPct val="100000"/>
              </a:lnSpc>
              <a:spcBef>
                <a:spcPts val="600"/>
              </a:spcBef>
              <a:spcAft>
                <a:spcPts val="0"/>
              </a:spcAft>
              <a:buClr>
                <a:schemeClr val="dk1"/>
              </a:buClr>
              <a:buSzPts val="2900"/>
              <a:buFont typeface="Arial"/>
              <a:buNone/>
              <a:defRPr/>
            </a:lvl4pPr>
            <a:lvl5pPr lvl="4" algn="ctr">
              <a:lnSpc>
                <a:spcPct val="100000"/>
              </a:lnSpc>
              <a:spcBef>
                <a:spcPts val="600"/>
              </a:spcBef>
              <a:spcAft>
                <a:spcPts val="0"/>
              </a:spcAft>
              <a:buClr>
                <a:schemeClr val="dk1"/>
              </a:buClr>
              <a:buSzPts val="2900"/>
              <a:buFont typeface="Arial"/>
              <a:buNone/>
              <a:defRPr/>
            </a:lvl5pPr>
            <a:lvl6pPr lvl="5" algn="ctr">
              <a:lnSpc>
                <a:spcPct val="100000"/>
              </a:lnSpc>
              <a:spcBef>
                <a:spcPts val="600"/>
              </a:spcBef>
              <a:spcAft>
                <a:spcPts val="0"/>
              </a:spcAft>
              <a:buClr>
                <a:schemeClr val="dk1"/>
              </a:buClr>
              <a:buSzPts val="2900"/>
              <a:buFont typeface="Arial"/>
              <a:buNone/>
              <a:defRPr/>
            </a:lvl6pPr>
            <a:lvl7pPr lvl="6" algn="ctr">
              <a:lnSpc>
                <a:spcPct val="100000"/>
              </a:lnSpc>
              <a:spcBef>
                <a:spcPts val="600"/>
              </a:spcBef>
              <a:spcAft>
                <a:spcPts val="0"/>
              </a:spcAft>
              <a:buClr>
                <a:schemeClr val="dk1"/>
              </a:buClr>
              <a:buSzPts val="2900"/>
              <a:buFont typeface="Arial"/>
              <a:buNone/>
              <a:defRPr/>
            </a:lvl7pPr>
            <a:lvl8pPr lvl="7" algn="ctr">
              <a:lnSpc>
                <a:spcPct val="100000"/>
              </a:lnSpc>
              <a:spcBef>
                <a:spcPts val="600"/>
              </a:spcBef>
              <a:spcAft>
                <a:spcPts val="0"/>
              </a:spcAft>
              <a:buClr>
                <a:schemeClr val="dk1"/>
              </a:buClr>
              <a:buSzPts val="2900"/>
              <a:buFont typeface="Arial"/>
              <a:buNone/>
              <a:defRPr/>
            </a:lvl8pPr>
            <a:lvl9pPr lvl="8" algn="ctr">
              <a:lnSpc>
                <a:spcPct val="100000"/>
              </a:lnSpc>
              <a:spcBef>
                <a:spcPts val="600"/>
              </a:spcBef>
              <a:spcAft>
                <a:spcPts val="0"/>
              </a:spcAft>
              <a:buClr>
                <a:schemeClr val="dk1"/>
              </a:buClr>
              <a:buSzPts val="2900"/>
              <a:buFont typeface="Arial"/>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5"/>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8" name="Google Shape;28;p5"/>
          <p:cNvSpPr txBox="1">
            <a:spLocks noGrp="1"/>
          </p:cNvSpPr>
          <p:nvPr>
            <p:ph type="body" idx="1"/>
          </p:nvPr>
        </p:nvSpPr>
        <p:spPr>
          <a:xfrm>
            <a:off x="693738" y="5638800"/>
            <a:ext cx="42190987" cy="27279600"/>
          </a:xfrm>
          <a:prstGeom prst="rect">
            <a:avLst/>
          </a:prstGeom>
          <a:noFill/>
          <a:ln>
            <a:noFill/>
          </a:ln>
        </p:spPr>
        <p:txBody>
          <a:bodyPr spcFirstLastPara="1" wrap="square" lIns="456400" tIns="456400" rIns="456400" bIns="4564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467100" y="21153438"/>
            <a:ext cx="37307838" cy="6537325"/>
          </a:xfrm>
          <a:prstGeom prst="rect">
            <a:avLst/>
          </a:prstGeom>
          <a:noFill/>
          <a:ln>
            <a:noFill/>
          </a:ln>
        </p:spPr>
        <p:txBody>
          <a:bodyPr spcFirstLastPara="1" wrap="square" lIns="45600" tIns="45600" rIns="45600" bIns="4560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3467100" y="13952538"/>
            <a:ext cx="37307838" cy="7200900"/>
          </a:xfrm>
          <a:prstGeom prst="rect">
            <a:avLst/>
          </a:prstGeom>
          <a:noFill/>
          <a:ln>
            <a:noFill/>
          </a:ln>
        </p:spPr>
        <p:txBody>
          <a:bodyPr spcFirstLastPara="1" wrap="square" lIns="456400" tIns="456400" rIns="456400" bIns="456400" anchor="b" anchorCtr="0">
            <a:noAutofit/>
          </a:bodyPr>
          <a:lstStyle>
            <a:lvl1pPr marL="457200" lvl="0" indent="-228600" algn="l">
              <a:lnSpc>
                <a:spcPct val="100000"/>
              </a:lnSpc>
              <a:spcBef>
                <a:spcPts val="600"/>
              </a:spcBef>
              <a:spcAft>
                <a:spcPts val="0"/>
              </a:spcAft>
              <a:buClr>
                <a:schemeClr val="dk1"/>
              </a:buClr>
              <a:buSzPts val="2000"/>
              <a:buFont typeface="Arial"/>
              <a:buNone/>
              <a:defRPr sz="2000"/>
            </a:lvl1pPr>
            <a:lvl2pPr marL="914400" lvl="1" indent="-228600" algn="l">
              <a:lnSpc>
                <a:spcPct val="100000"/>
              </a:lnSpc>
              <a:spcBef>
                <a:spcPts val="600"/>
              </a:spcBef>
              <a:spcAft>
                <a:spcPts val="0"/>
              </a:spcAft>
              <a:buClr>
                <a:schemeClr val="dk1"/>
              </a:buClr>
              <a:buSzPts val="1800"/>
              <a:buFont typeface="Arial"/>
              <a:buNone/>
              <a:defRPr sz="1800"/>
            </a:lvl2pPr>
            <a:lvl3pPr marL="1371600" lvl="2" indent="-228600" algn="l">
              <a:lnSpc>
                <a:spcPct val="100000"/>
              </a:lnSpc>
              <a:spcBef>
                <a:spcPts val="600"/>
              </a:spcBef>
              <a:spcAft>
                <a:spcPts val="0"/>
              </a:spcAft>
              <a:buClr>
                <a:schemeClr val="dk1"/>
              </a:buClr>
              <a:buSzPts val="1600"/>
              <a:buFont typeface="Arial"/>
              <a:buNone/>
              <a:defRPr sz="1600"/>
            </a:lvl3pPr>
            <a:lvl4pPr marL="1828800" lvl="3" indent="-228600" algn="l">
              <a:lnSpc>
                <a:spcPct val="100000"/>
              </a:lnSpc>
              <a:spcBef>
                <a:spcPts val="600"/>
              </a:spcBef>
              <a:spcAft>
                <a:spcPts val="0"/>
              </a:spcAft>
              <a:buClr>
                <a:schemeClr val="dk1"/>
              </a:buClr>
              <a:buSzPts val="1400"/>
              <a:buFont typeface="Arial"/>
              <a:buNone/>
              <a:defRPr sz="1400"/>
            </a:lvl4pPr>
            <a:lvl5pPr marL="2286000" lvl="4" indent="-228600" algn="l">
              <a:lnSpc>
                <a:spcPct val="100000"/>
              </a:lnSpc>
              <a:spcBef>
                <a:spcPts val="600"/>
              </a:spcBef>
              <a:spcAft>
                <a:spcPts val="0"/>
              </a:spcAft>
              <a:buClr>
                <a:schemeClr val="dk1"/>
              </a:buClr>
              <a:buSzPts val="1400"/>
              <a:buFont typeface="Arial"/>
              <a:buNone/>
              <a:defRPr sz="1400"/>
            </a:lvl5pPr>
            <a:lvl6pPr marL="2743200" lvl="5" indent="-228600" algn="l">
              <a:lnSpc>
                <a:spcPct val="100000"/>
              </a:lnSpc>
              <a:spcBef>
                <a:spcPts val="600"/>
              </a:spcBef>
              <a:spcAft>
                <a:spcPts val="0"/>
              </a:spcAft>
              <a:buClr>
                <a:schemeClr val="dk1"/>
              </a:buClr>
              <a:buSzPts val="1400"/>
              <a:buFont typeface="Arial"/>
              <a:buNone/>
              <a:defRPr sz="1400"/>
            </a:lvl6pPr>
            <a:lvl7pPr marL="3200400" lvl="6" indent="-228600" algn="l">
              <a:lnSpc>
                <a:spcPct val="100000"/>
              </a:lnSpc>
              <a:spcBef>
                <a:spcPts val="600"/>
              </a:spcBef>
              <a:spcAft>
                <a:spcPts val="0"/>
              </a:spcAft>
              <a:buClr>
                <a:schemeClr val="dk1"/>
              </a:buClr>
              <a:buSzPts val="1400"/>
              <a:buFont typeface="Arial"/>
              <a:buNone/>
              <a:defRPr sz="1400"/>
            </a:lvl7pPr>
            <a:lvl8pPr marL="3657600" lvl="7" indent="-228600" algn="l">
              <a:lnSpc>
                <a:spcPct val="100000"/>
              </a:lnSpc>
              <a:spcBef>
                <a:spcPts val="600"/>
              </a:spcBef>
              <a:spcAft>
                <a:spcPts val="0"/>
              </a:spcAft>
              <a:buClr>
                <a:schemeClr val="dk1"/>
              </a:buClr>
              <a:buSzPts val="1400"/>
              <a:buFont typeface="Arial"/>
              <a:buNone/>
              <a:defRPr sz="1400"/>
            </a:lvl8pPr>
            <a:lvl9pPr marL="4114800" lvl="8" indent="-228600" algn="l">
              <a:lnSpc>
                <a:spcPct val="100000"/>
              </a:lnSpc>
              <a:spcBef>
                <a:spcPts val="600"/>
              </a:spcBef>
              <a:spcAft>
                <a:spcPts val="0"/>
              </a:spcAft>
              <a:buClr>
                <a:schemeClr val="dk1"/>
              </a:buClr>
              <a:buSzPts val="1400"/>
              <a:buFont typeface="Arial"/>
              <a:buNone/>
              <a:defRPr sz="14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4" name="Google Shape;34;p7"/>
          <p:cNvSpPr txBox="1">
            <a:spLocks noGrp="1"/>
          </p:cNvSpPr>
          <p:nvPr>
            <p:ph type="body" idx="1"/>
          </p:nvPr>
        </p:nvSpPr>
        <p:spPr>
          <a:xfrm>
            <a:off x="693738" y="5638800"/>
            <a:ext cx="21018500" cy="27279600"/>
          </a:xfrm>
          <a:prstGeom prst="rect">
            <a:avLst/>
          </a:prstGeom>
          <a:noFill/>
          <a:ln>
            <a:noFill/>
          </a:ln>
        </p:spPr>
        <p:txBody>
          <a:bodyPr spcFirstLastPara="1" wrap="square" lIns="456400" tIns="456400" rIns="456400" bIns="456400" anchor="t" anchorCtr="0">
            <a:noAutofit/>
          </a:bodyPr>
          <a:lstStyle>
            <a:lvl1pPr marL="457200" lvl="0" indent="-406400" algn="l">
              <a:lnSpc>
                <a:spcPct val="100000"/>
              </a:lnSpc>
              <a:spcBef>
                <a:spcPts val="600"/>
              </a:spcBef>
              <a:spcAft>
                <a:spcPts val="0"/>
              </a:spcAft>
              <a:buClr>
                <a:schemeClr val="dk1"/>
              </a:buClr>
              <a:buSzPts val="2800"/>
              <a:buFont typeface="Arial"/>
              <a:buChar char="»"/>
              <a:defRPr sz="2800"/>
            </a:lvl1pPr>
            <a:lvl2pPr marL="914400" lvl="1" indent="-381000" algn="l">
              <a:lnSpc>
                <a:spcPct val="100000"/>
              </a:lnSpc>
              <a:spcBef>
                <a:spcPts val="600"/>
              </a:spcBef>
              <a:spcAft>
                <a:spcPts val="0"/>
              </a:spcAft>
              <a:buClr>
                <a:schemeClr val="dk1"/>
              </a:buClr>
              <a:buSzPts val="2400"/>
              <a:buFont typeface="Arial"/>
              <a:buChar char="–"/>
              <a:defRPr sz="2400"/>
            </a:lvl2pPr>
            <a:lvl3pPr marL="1371600" lvl="2" indent="-355600" algn="l">
              <a:lnSpc>
                <a:spcPct val="100000"/>
              </a:lnSpc>
              <a:spcBef>
                <a:spcPts val="600"/>
              </a:spcBef>
              <a:spcAft>
                <a:spcPts val="0"/>
              </a:spcAft>
              <a:buClr>
                <a:schemeClr val="dk1"/>
              </a:buClr>
              <a:buSzPts val="2000"/>
              <a:buFont typeface="Arial"/>
              <a:buChar char="•"/>
              <a:defRPr sz="2000"/>
            </a:lvl3pPr>
            <a:lvl4pPr marL="1828800" lvl="3" indent="-342900" algn="l">
              <a:lnSpc>
                <a:spcPct val="100000"/>
              </a:lnSpc>
              <a:spcBef>
                <a:spcPts val="600"/>
              </a:spcBef>
              <a:spcAft>
                <a:spcPts val="0"/>
              </a:spcAft>
              <a:buClr>
                <a:schemeClr val="dk1"/>
              </a:buClr>
              <a:buSzPts val="1800"/>
              <a:buFont typeface="Arial"/>
              <a:buChar char="–"/>
              <a:defRPr sz="1800"/>
            </a:lvl4pPr>
            <a:lvl5pPr marL="2286000" lvl="4" indent="-342900" algn="l">
              <a:lnSpc>
                <a:spcPct val="100000"/>
              </a:lnSpc>
              <a:spcBef>
                <a:spcPts val="600"/>
              </a:spcBef>
              <a:spcAft>
                <a:spcPts val="0"/>
              </a:spcAft>
              <a:buClr>
                <a:schemeClr val="dk1"/>
              </a:buClr>
              <a:buSzPts val="1800"/>
              <a:buFont typeface="Arial"/>
              <a:buChar char="»"/>
              <a:defRPr sz="1800"/>
            </a:lvl5pPr>
            <a:lvl6pPr marL="2743200" lvl="5" indent="-342900" algn="l">
              <a:lnSpc>
                <a:spcPct val="100000"/>
              </a:lnSpc>
              <a:spcBef>
                <a:spcPts val="600"/>
              </a:spcBef>
              <a:spcAft>
                <a:spcPts val="0"/>
              </a:spcAft>
              <a:buClr>
                <a:schemeClr val="dk1"/>
              </a:buClr>
              <a:buSzPts val="1800"/>
              <a:buFont typeface="Arial"/>
              <a:buChar char="»"/>
              <a:defRPr sz="1800"/>
            </a:lvl6pPr>
            <a:lvl7pPr marL="3200400" lvl="6" indent="-342900" algn="l">
              <a:lnSpc>
                <a:spcPct val="100000"/>
              </a:lnSpc>
              <a:spcBef>
                <a:spcPts val="600"/>
              </a:spcBef>
              <a:spcAft>
                <a:spcPts val="0"/>
              </a:spcAft>
              <a:buClr>
                <a:schemeClr val="dk1"/>
              </a:buClr>
              <a:buSzPts val="1800"/>
              <a:buFont typeface="Arial"/>
              <a:buChar char="»"/>
              <a:defRPr sz="1800"/>
            </a:lvl7pPr>
            <a:lvl8pPr marL="3657600" lvl="7" indent="-342900" algn="l">
              <a:lnSpc>
                <a:spcPct val="100000"/>
              </a:lnSpc>
              <a:spcBef>
                <a:spcPts val="600"/>
              </a:spcBef>
              <a:spcAft>
                <a:spcPts val="0"/>
              </a:spcAft>
              <a:buClr>
                <a:schemeClr val="dk1"/>
              </a:buClr>
              <a:buSzPts val="1800"/>
              <a:buFont typeface="Arial"/>
              <a:buChar char="»"/>
              <a:defRPr sz="1800"/>
            </a:lvl8pPr>
            <a:lvl9pPr marL="4114800" lvl="8" indent="-342900" algn="l">
              <a:lnSpc>
                <a:spcPct val="100000"/>
              </a:lnSpc>
              <a:spcBef>
                <a:spcPts val="600"/>
              </a:spcBef>
              <a:spcAft>
                <a:spcPts val="0"/>
              </a:spcAft>
              <a:buClr>
                <a:schemeClr val="dk1"/>
              </a:buClr>
              <a:buSzPts val="1800"/>
              <a:buFont typeface="Arial"/>
              <a:buChar char="»"/>
              <a:defRPr sz="1800"/>
            </a:lvl9pPr>
          </a:lstStyle>
          <a:p>
            <a:endParaRPr/>
          </a:p>
        </p:txBody>
      </p:sp>
      <p:sp>
        <p:nvSpPr>
          <p:cNvPr id="35" name="Google Shape;35;p7"/>
          <p:cNvSpPr txBox="1">
            <a:spLocks noGrp="1"/>
          </p:cNvSpPr>
          <p:nvPr>
            <p:ph type="body" idx="2"/>
          </p:nvPr>
        </p:nvSpPr>
        <p:spPr>
          <a:xfrm>
            <a:off x="21864638" y="5638800"/>
            <a:ext cx="21020087" cy="27279600"/>
          </a:xfrm>
          <a:prstGeom prst="rect">
            <a:avLst/>
          </a:prstGeom>
          <a:noFill/>
          <a:ln>
            <a:noFill/>
          </a:ln>
        </p:spPr>
        <p:txBody>
          <a:bodyPr spcFirstLastPara="1" wrap="square" lIns="456400" tIns="456400" rIns="456400" bIns="456400" anchor="t" anchorCtr="0">
            <a:noAutofit/>
          </a:bodyPr>
          <a:lstStyle>
            <a:lvl1pPr marL="457200" lvl="0" indent="-406400" algn="l">
              <a:lnSpc>
                <a:spcPct val="100000"/>
              </a:lnSpc>
              <a:spcBef>
                <a:spcPts val="600"/>
              </a:spcBef>
              <a:spcAft>
                <a:spcPts val="0"/>
              </a:spcAft>
              <a:buClr>
                <a:schemeClr val="dk1"/>
              </a:buClr>
              <a:buSzPts val="2800"/>
              <a:buFont typeface="Arial"/>
              <a:buChar char="»"/>
              <a:defRPr sz="2800"/>
            </a:lvl1pPr>
            <a:lvl2pPr marL="914400" lvl="1" indent="-381000" algn="l">
              <a:lnSpc>
                <a:spcPct val="100000"/>
              </a:lnSpc>
              <a:spcBef>
                <a:spcPts val="600"/>
              </a:spcBef>
              <a:spcAft>
                <a:spcPts val="0"/>
              </a:spcAft>
              <a:buClr>
                <a:schemeClr val="dk1"/>
              </a:buClr>
              <a:buSzPts val="2400"/>
              <a:buFont typeface="Arial"/>
              <a:buChar char="–"/>
              <a:defRPr sz="2400"/>
            </a:lvl2pPr>
            <a:lvl3pPr marL="1371600" lvl="2" indent="-355600" algn="l">
              <a:lnSpc>
                <a:spcPct val="100000"/>
              </a:lnSpc>
              <a:spcBef>
                <a:spcPts val="600"/>
              </a:spcBef>
              <a:spcAft>
                <a:spcPts val="0"/>
              </a:spcAft>
              <a:buClr>
                <a:schemeClr val="dk1"/>
              </a:buClr>
              <a:buSzPts val="2000"/>
              <a:buFont typeface="Arial"/>
              <a:buChar char="•"/>
              <a:defRPr sz="2000"/>
            </a:lvl3pPr>
            <a:lvl4pPr marL="1828800" lvl="3" indent="-342900" algn="l">
              <a:lnSpc>
                <a:spcPct val="100000"/>
              </a:lnSpc>
              <a:spcBef>
                <a:spcPts val="600"/>
              </a:spcBef>
              <a:spcAft>
                <a:spcPts val="0"/>
              </a:spcAft>
              <a:buClr>
                <a:schemeClr val="dk1"/>
              </a:buClr>
              <a:buSzPts val="1800"/>
              <a:buFont typeface="Arial"/>
              <a:buChar char="–"/>
              <a:defRPr sz="1800"/>
            </a:lvl4pPr>
            <a:lvl5pPr marL="2286000" lvl="4" indent="-342900" algn="l">
              <a:lnSpc>
                <a:spcPct val="100000"/>
              </a:lnSpc>
              <a:spcBef>
                <a:spcPts val="600"/>
              </a:spcBef>
              <a:spcAft>
                <a:spcPts val="0"/>
              </a:spcAft>
              <a:buClr>
                <a:schemeClr val="dk1"/>
              </a:buClr>
              <a:buSzPts val="1800"/>
              <a:buFont typeface="Arial"/>
              <a:buChar char="»"/>
              <a:defRPr sz="1800"/>
            </a:lvl5pPr>
            <a:lvl6pPr marL="2743200" lvl="5" indent="-342900" algn="l">
              <a:lnSpc>
                <a:spcPct val="100000"/>
              </a:lnSpc>
              <a:spcBef>
                <a:spcPts val="600"/>
              </a:spcBef>
              <a:spcAft>
                <a:spcPts val="0"/>
              </a:spcAft>
              <a:buClr>
                <a:schemeClr val="dk1"/>
              </a:buClr>
              <a:buSzPts val="1800"/>
              <a:buFont typeface="Arial"/>
              <a:buChar char="»"/>
              <a:defRPr sz="1800"/>
            </a:lvl6pPr>
            <a:lvl7pPr marL="3200400" lvl="6" indent="-342900" algn="l">
              <a:lnSpc>
                <a:spcPct val="100000"/>
              </a:lnSpc>
              <a:spcBef>
                <a:spcPts val="600"/>
              </a:spcBef>
              <a:spcAft>
                <a:spcPts val="0"/>
              </a:spcAft>
              <a:buClr>
                <a:schemeClr val="dk1"/>
              </a:buClr>
              <a:buSzPts val="1800"/>
              <a:buFont typeface="Arial"/>
              <a:buChar char="»"/>
              <a:defRPr sz="1800"/>
            </a:lvl7pPr>
            <a:lvl8pPr marL="3657600" lvl="7" indent="-342900" algn="l">
              <a:lnSpc>
                <a:spcPct val="100000"/>
              </a:lnSpc>
              <a:spcBef>
                <a:spcPts val="600"/>
              </a:spcBef>
              <a:spcAft>
                <a:spcPts val="0"/>
              </a:spcAft>
              <a:buClr>
                <a:schemeClr val="dk1"/>
              </a:buClr>
              <a:buSzPts val="1800"/>
              <a:buFont typeface="Arial"/>
              <a:buChar char="»"/>
              <a:defRPr sz="1800"/>
            </a:lvl8pPr>
            <a:lvl9pPr marL="4114800" lvl="8" indent="-342900" algn="l">
              <a:lnSpc>
                <a:spcPct val="100000"/>
              </a:lnSpc>
              <a:spcBef>
                <a:spcPts val="600"/>
              </a:spcBef>
              <a:spcAft>
                <a:spcPts val="0"/>
              </a:spcAft>
              <a:buClr>
                <a:schemeClr val="dk1"/>
              </a:buClr>
              <a:buSzPts val="1800"/>
              <a:buFont typeface="Arial"/>
              <a:buChar char="»"/>
              <a:defRPr sz="1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2193925" y="1317625"/>
            <a:ext cx="39503350" cy="5486400"/>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8" name="Google Shape;38;p8"/>
          <p:cNvSpPr txBox="1">
            <a:spLocks noGrp="1"/>
          </p:cNvSpPr>
          <p:nvPr>
            <p:ph type="body" idx="1"/>
          </p:nvPr>
        </p:nvSpPr>
        <p:spPr>
          <a:xfrm>
            <a:off x="2193925" y="7369175"/>
            <a:ext cx="19392900" cy="3070225"/>
          </a:xfrm>
          <a:prstGeom prst="rect">
            <a:avLst/>
          </a:prstGeom>
          <a:noFill/>
          <a:ln>
            <a:noFill/>
          </a:ln>
        </p:spPr>
        <p:txBody>
          <a:bodyPr spcFirstLastPara="1" wrap="square" lIns="456400" tIns="456400" rIns="456400" bIns="456400" anchor="b" anchorCtr="0">
            <a:noAutofit/>
          </a:bodyPr>
          <a:lstStyle>
            <a:lvl1pPr marL="457200" lvl="0" indent="-228600" algn="l">
              <a:lnSpc>
                <a:spcPct val="100000"/>
              </a:lnSpc>
              <a:spcBef>
                <a:spcPts val="600"/>
              </a:spcBef>
              <a:spcAft>
                <a:spcPts val="0"/>
              </a:spcAft>
              <a:buClr>
                <a:schemeClr val="dk1"/>
              </a:buClr>
              <a:buSzPts val="2400"/>
              <a:buFont typeface="Arial"/>
              <a:buNone/>
              <a:defRPr sz="2400" b="1"/>
            </a:lvl1pPr>
            <a:lvl2pPr marL="914400" lvl="1" indent="-228600" algn="l">
              <a:lnSpc>
                <a:spcPct val="100000"/>
              </a:lnSpc>
              <a:spcBef>
                <a:spcPts val="600"/>
              </a:spcBef>
              <a:spcAft>
                <a:spcPts val="0"/>
              </a:spcAft>
              <a:buClr>
                <a:schemeClr val="dk1"/>
              </a:buClr>
              <a:buSzPts val="2000"/>
              <a:buFont typeface="Arial"/>
              <a:buNone/>
              <a:defRPr sz="2000" b="1"/>
            </a:lvl2pPr>
            <a:lvl3pPr marL="1371600" lvl="2" indent="-228600" algn="l">
              <a:lnSpc>
                <a:spcPct val="100000"/>
              </a:lnSpc>
              <a:spcBef>
                <a:spcPts val="600"/>
              </a:spcBef>
              <a:spcAft>
                <a:spcPts val="0"/>
              </a:spcAft>
              <a:buClr>
                <a:schemeClr val="dk1"/>
              </a:buClr>
              <a:buSzPts val="1800"/>
              <a:buFont typeface="Arial"/>
              <a:buNone/>
              <a:defRPr sz="1800" b="1"/>
            </a:lvl3pPr>
            <a:lvl4pPr marL="1828800" lvl="3" indent="-228600" algn="l">
              <a:lnSpc>
                <a:spcPct val="100000"/>
              </a:lnSpc>
              <a:spcBef>
                <a:spcPts val="600"/>
              </a:spcBef>
              <a:spcAft>
                <a:spcPts val="0"/>
              </a:spcAft>
              <a:buClr>
                <a:schemeClr val="dk1"/>
              </a:buClr>
              <a:buSzPts val="1600"/>
              <a:buFont typeface="Arial"/>
              <a:buNone/>
              <a:defRPr sz="1600" b="1"/>
            </a:lvl4pPr>
            <a:lvl5pPr marL="2286000" lvl="4" indent="-228600" algn="l">
              <a:lnSpc>
                <a:spcPct val="100000"/>
              </a:lnSpc>
              <a:spcBef>
                <a:spcPts val="600"/>
              </a:spcBef>
              <a:spcAft>
                <a:spcPts val="0"/>
              </a:spcAft>
              <a:buClr>
                <a:schemeClr val="dk1"/>
              </a:buClr>
              <a:buSzPts val="1600"/>
              <a:buFont typeface="Arial"/>
              <a:buNone/>
              <a:defRPr sz="1600" b="1"/>
            </a:lvl5pPr>
            <a:lvl6pPr marL="2743200" lvl="5" indent="-228600" algn="l">
              <a:lnSpc>
                <a:spcPct val="100000"/>
              </a:lnSpc>
              <a:spcBef>
                <a:spcPts val="600"/>
              </a:spcBef>
              <a:spcAft>
                <a:spcPts val="0"/>
              </a:spcAft>
              <a:buClr>
                <a:schemeClr val="dk1"/>
              </a:buClr>
              <a:buSzPts val="1600"/>
              <a:buFont typeface="Arial"/>
              <a:buNone/>
              <a:defRPr sz="1600" b="1"/>
            </a:lvl6pPr>
            <a:lvl7pPr marL="3200400" lvl="6" indent="-228600" algn="l">
              <a:lnSpc>
                <a:spcPct val="100000"/>
              </a:lnSpc>
              <a:spcBef>
                <a:spcPts val="600"/>
              </a:spcBef>
              <a:spcAft>
                <a:spcPts val="0"/>
              </a:spcAft>
              <a:buClr>
                <a:schemeClr val="dk1"/>
              </a:buClr>
              <a:buSzPts val="1600"/>
              <a:buFont typeface="Arial"/>
              <a:buNone/>
              <a:defRPr sz="1600" b="1"/>
            </a:lvl7pPr>
            <a:lvl8pPr marL="3657600" lvl="7" indent="-228600" algn="l">
              <a:lnSpc>
                <a:spcPct val="100000"/>
              </a:lnSpc>
              <a:spcBef>
                <a:spcPts val="600"/>
              </a:spcBef>
              <a:spcAft>
                <a:spcPts val="0"/>
              </a:spcAft>
              <a:buClr>
                <a:schemeClr val="dk1"/>
              </a:buClr>
              <a:buSzPts val="1600"/>
              <a:buFont typeface="Arial"/>
              <a:buNone/>
              <a:defRPr sz="1600" b="1"/>
            </a:lvl8pPr>
            <a:lvl9pPr marL="4114800" lvl="8" indent="-228600" algn="l">
              <a:lnSpc>
                <a:spcPct val="100000"/>
              </a:lnSpc>
              <a:spcBef>
                <a:spcPts val="600"/>
              </a:spcBef>
              <a:spcAft>
                <a:spcPts val="0"/>
              </a:spcAft>
              <a:buClr>
                <a:schemeClr val="dk1"/>
              </a:buClr>
              <a:buSzPts val="1600"/>
              <a:buFont typeface="Arial"/>
              <a:buNone/>
              <a:defRPr sz="1600" b="1"/>
            </a:lvl9pPr>
          </a:lstStyle>
          <a:p>
            <a:endParaRPr/>
          </a:p>
        </p:txBody>
      </p:sp>
      <p:sp>
        <p:nvSpPr>
          <p:cNvPr id="39" name="Google Shape;39;p8"/>
          <p:cNvSpPr txBox="1">
            <a:spLocks noGrp="1"/>
          </p:cNvSpPr>
          <p:nvPr>
            <p:ph type="body" idx="2"/>
          </p:nvPr>
        </p:nvSpPr>
        <p:spPr>
          <a:xfrm>
            <a:off x="2193925" y="10439400"/>
            <a:ext cx="19392900" cy="18965863"/>
          </a:xfrm>
          <a:prstGeom prst="rect">
            <a:avLst/>
          </a:prstGeom>
          <a:noFill/>
          <a:ln>
            <a:noFill/>
          </a:ln>
        </p:spPr>
        <p:txBody>
          <a:bodyPr spcFirstLastPara="1" wrap="square" lIns="456400" tIns="456400" rIns="456400" bIns="456400" anchor="t" anchorCtr="0">
            <a:noAutofit/>
          </a:bodyPr>
          <a:lstStyle>
            <a:lvl1pPr marL="457200" lvl="0" indent="-381000" algn="l">
              <a:lnSpc>
                <a:spcPct val="100000"/>
              </a:lnSpc>
              <a:spcBef>
                <a:spcPts val="600"/>
              </a:spcBef>
              <a:spcAft>
                <a:spcPts val="0"/>
              </a:spcAft>
              <a:buClr>
                <a:schemeClr val="dk1"/>
              </a:buClr>
              <a:buSzPts val="2400"/>
              <a:buFont typeface="Arial"/>
              <a:buChar char="»"/>
              <a:defRPr sz="2400"/>
            </a:lvl1pPr>
            <a:lvl2pPr marL="914400" lvl="1" indent="-355600" algn="l">
              <a:lnSpc>
                <a:spcPct val="100000"/>
              </a:lnSpc>
              <a:spcBef>
                <a:spcPts val="600"/>
              </a:spcBef>
              <a:spcAft>
                <a:spcPts val="0"/>
              </a:spcAft>
              <a:buClr>
                <a:schemeClr val="dk1"/>
              </a:buClr>
              <a:buSzPts val="2000"/>
              <a:buFont typeface="Arial"/>
              <a:buChar char="–"/>
              <a:defRPr sz="2000"/>
            </a:lvl2pPr>
            <a:lvl3pPr marL="1371600" lvl="2" indent="-342900" algn="l">
              <a:lnSpc>
                <a:spcPct val="100000"/>
              </a:lnSpc>
              <a:spcBef>
                <a:spcPts val="600"/>
              </a:spcBef>
              <a:spcAft>
                <a:spcPts val="0"/>
              </a:spcAft>
              <a:buClr>
                <a:schemeClr val="dk1"/>
              </a:buClr>
              <a:buSzPts val="1800"/>
              <a:buFont typeface="Arial"/>
              <a:buChar char="•"/>
              <a:defRPr sz="1800"/>
            </a:lvl3pPr>
            <a:lvl4pPr marL="1828800" lvl="3" indent="-330200" algn="l">
              <a:lnSpc>
                <a:spcPct val="100000"/>
              </a:lnSpc>
              <a:spcBef>
                <a:spcPts val="600"/>
              </a:spcBef>
              <a:spcAft>
                <a:spcPts val="0"/>
              </a:spcAft>
              <a:buClr>
                <a:schemeClr val="dk1"/>
              </a:buClr>
              <a:buSzPts val="1600"/>
              <a:buFont typeface="Arial"/>
              <a:buChar char="–"/>
              <a:defRPr sz="1600"/>
            </a:lvl4pPr>
            <a:lvl5pPr marL="2286000" lvl="4" indent="-330200" algn="l">
              <a:lnSpc>
                <a:spcPct val="100000"/>
              </a:lnSpc>
              <a:spcBef>
                <a:spcPts val="600"/>
              </a:spcBef>
              <a:spcAft>
                <a:spcPts val="0"/>
              </a:spcAft>
              <a:buClr>
                <a:schemeClr val="dk1"/>
              </a:buClr>
              <a:buSzPts val="1600"/>
              <a:buFont typeface="Arial"/>
              <a:buChar char="»"/>
              <a:defRPr sz="1600"/>
            </a:lvl5pPr>
            <a:lvl6pPr marL="2743200" lvl="5" indent="-330200" algn="l">
              <a:lnSpc>
                <a:spcPct val="100000"/>
              </a:lnSpc>
              <a:spcBef>
                <a:spcPts val="600"/>
              </a:spcBef>
              <a:spcAft>
                <a:spcPts val="0"/>
              </a:spcAft>
              <a:buClr>
                <a:schemeClr val="dk1"/>
              </a:buClr>
              <a:buSzPts val="1600"/>
              <a:buFont typeface="Arial"/>
              <a:buChar char="»"/>
              <a:defRPr sz="1600"/>
            </a:lvl6pPr>
            <a:lvl7pPr marL="3200400" lvl="6" indent="-330200" algn="l">
              <a:lnSpc>
                <a:spcPct val="100000"/>
              </a:lnSpc>
              <a:spcBef>
                <a:spcPts val="600"/>
              </a:spcBef>
              <a:spcAft>
                <a:spcPts val="0"/>
              </a:spcAft>
              <a:buClr>
                <a:schemeClr val="dk1"/>
              </a:buClr>
              <a:buSzPts val="1600"/>
              <a:buFont typeface="Arial"/>
              <a:buChar char="»"/>
              <a:defRPr sz="1600"/>
            </a:lvl7pPr>
            <a:lvl8pPr marL="3657600" lvl="7" indent="-330200" algn="l">
              <a:lnSpc>
                <a:spcPct val="100000"/>
              </a:lnSpc>
              <a:spcBef>
                <a:spcPts val="600"/>
              </a:spcBef>
              <a:spcAft>
                <a:spcPts val="0"/>
              </a:spcAft>
              <a:buClr>
                <a:schemeClr val="dk1"/>
              </a:buClr>
              <a:buSzPts val="1600"/>
              <a:buFont typeface="Arial"/>
              <a:buChar char="»"/>
              <a:defRPr sz="1600"/>
            </a:lvl8pPr>
            <a:lvl9pPr marL="4114800" lvl="8" indent="-330200" algn="l">
              <a:lnSpc>
                <a:spcPct val="100000"/>
              </a:lnSpc>
              <a:spcBef>
                <a:spcPts val="600"/>
              </a:spcBef>
              <a:spcAft>
                <a:spcPts val="0"/>
              </a:spcAft>
              <a:buClr>
                <a:schemeClr val="dk1"/>
              </a:buClr>
              <a:buSzPts val="1600"/>
              <a:buFont typeface="Arial"/>
              <a:buChar char="»"/>
              <a:defRPr sz="1600"/>
            </a:lvl9pPr>
          </a:lstStyle>
          <a:p>
            <a:endParaRPr/>
          </a:p>
        </p:txBody>
      </p:sp>
      <p:sp>
        <p:nvSpPr>
          <p:cNvPr id="40" name="Google Shape;40;p8"/>
          <p:cNvSpPr txBox="1">
            <a:spLocks noGrp="1"/>
          </p:cNvSpPr>
          <p:nvPr>
            <p:ph type="body" idx="3"/>
          </p:nvPr>
        </p:nvSpPr>
        <p:spPr>
          <a:xfrm>
            <a:off x="22296438" y="7369175"/>
            <a:ext cx="19400837" cy="3070225"/>
          </a:xfrm>
          <a:prstGeom prst="rect">
            <a:avLst/>
          </a:prstGeom>
          <a:noFill/>
          <a:ln>
            <a:noFill/>
          </a:ln>
        </p:spPr>
        <p:txBody>
          <a:bodyPr spcFirstLastPara="1" wrap="square" lIns="456400" tIns="456400" rIns="456400" bIns="456400" anchor="b" anchorCtr="0">
            <a:noAutofit/>
          </a:bodyPr>
          <a:lstStyle>
            <a:lvl1pPr marL="457200" lvl="0" indent="-228600" algn="l">
              <a:lnSpc>
                <a:spcPct val="100000"/>
              </a:lnSpc>
              <a:spcBef>
                <a:spcPts val="600"/>
              </a:spcBef>
              <a:spcAft>
                <a:spcPts val="0"/>
              </a:spcAft>
              <a:buClr>
                <a:schemeClr val="dk1"/>
              </a:buClr>
              <a:buSzPts val="2400"/>
              <a:buFont typeface="Arial"/>
              <a:buNone/>
              <a:defRPr sz="2400" b="1"/>
            </a:lvl1pPr>
            <a:lvl2pPr marL="914400" lvl="1" indent="-228600" algn="l">
              <a:lnSpc>
                <a:spcPct val="100000"/>
              </a:lnSpc>
              <a:spcBef>
                <a:spcPts val="600"/>
              </a:spcBef>
              <a:spcAft>
                <a:spcPts val="0"/>
              </a:spcAft>
              <a:buClr>
                <a:schemeClr val="dk1"/>
              </a:buClr>
              <a:buSzPts val="2000"/>
              <a:buFont typeface="Arial"/>
              <a:buNone/>
              <a:defRPr sz="2000" b="1"/>
            </a:lvl2pPr>
            <a:lvl3pPr marL="1371600" lvl="2" indent="-228600" algn="l">
              <a:lnSpc>
                <a:spcPct val="100000"/>
              </a:lnSpc>
              <a:spcBef>
                <a:spcPts val="600"/>
              </a:spcBef>
              <a:spcAft>
                <a:spcPts val="0"/>
              </a:spcAft>
              <a:buClr>
                <a:schemeClr val="dk1"/>
              </a:buClr>
              <a:buSzPts val="1800"/>
              <a:buFont typeface="Arial"/>
              <a:buNone/>
              <a:defRPr sz="1800" b="1"/>
            </a:lvl3pPr>
            <a:lvl4pPr marL="1828800" lvl="3" indent="-228600" algn="l">
              <a:lnSpc>
                <a:spcPct val="100000"/>
              </a:lnSpc>
              <a:spcBef>
                <a:spcPts val="600"/>
              </a:spcBef>
              <a:spcAft>
                <a:spcPts val="0"/>
              </a:spcAft>
              <a:buClr>
                <a:schemeClr val="dk1"/>
              </a:buClr>
              <a:buSzPts val="1600"/>
              <a:buFont typeface="Arial"/>
              <a:buNone/>
              <a:defRPr sz="1600" b="1"/>
            </a:lvl4pPr>
            <a:lvl5pPr marL="2286000" lvl="4" indent="-228600" algn="l">
              <a:lnSpc>
                <a:spcPct val="100000"/>
              </a:lnSpc>
              <a:spcBef>
                <a:spcPts val="600"/>
              </a:spcBef>
              <a:spcAft>
                <a:spcPts val="0"/>
              </a:spcAft>
              <a:buClr>
                <a:schemeClr val="dk1"/>
              </a:buClr>
              <a:buSzPts val="1600"/>
              <a:buFont typeface="Arial"/>
              <a:buNone/>
              <a:defRPr sz="1600" b="1"/>
            </a:lvl5pPr>
            <a:lvl6pPr marL="2743200" lvl="5" indent="-228600" algn="l">
              <a:lnSpc>
                <a:spcPct val="100000"/>
              </a:lnSpc>
              <a:spcBef>
                <a:spcPts val="600"/>
              </a:spcBef>
              <a:spcAft>
                <a:spcPts val="0"/>
              </a:spcAft>
              <a:buClr>
                <a:schemeClr val="dk1"/>
              </a:buClr>
              <a:buSzPts val="1600"/>
              <a:buFont typeface="Arial"/>
              <a:buNone/>
              <a:defRPr sz="1600" b="1"/>
            </a:lvl6pPr>
            <a:lvl7pPr marL="3200400" lvl="6" indent="-228600" algn="l">
              <a:lnSpc>
                <a:spcPct val="100000"/>
              </a:lnSpc>
              <a:spcBef>
                <a:spcPts val="600"/>
              </a:spcBef>
              <a:spcAft>
                <a:spcPts val="0"/>
              </a:spcAft>
              <a:buClr>
                <a:schemeClr val="dk1"/>
              </a:buClr>
              <a:buSzPts val="1600"/>
              <a:buFont typeface="Arial"/>
              <a:buNone/>
              <a:defRPr sz="1600" b="1"/>
            </a:lvl7pPr>
            <a:lvl8pPr marL="3657600" lvl="7" indent="-228600" algn="l">
              <a:lnSpc>
                <a:spcPct val="100000"/>
              </a:lnSpc>
              <a:spcBef>
                <a:spcPts val="600"/>
              </a:spcBef>
              <a:spcAft>
                <a:spcPts val="0"/>
              </a:spcAft>
              <a:buClr>
                <a:schemeClr val="dk1"/>
              </a:buClr>
              <a:buSzPts val="1600"/>
              <a:buFont typeface="Arial"/>
              <a:buNone/>
              <a:defRPr sz="1600" b="1"/>
            </a:lvl8pPr>
            <a:lvl9pPr marL="4114800" lvl="8" indent="-228600" algn="l">
              <a:lnSpc>
                <a:spcPct val="100000"/>
              </a:lnSpc>
              <a:spcBef>
                <a:spcPts val="600"/>
              </a:spcBef>
              <a:spcAft>
                <a:spcPts val="0"/>
              </a:spcAft>
              <a:buClr>
                <a:schemeClr val="dk1"/>
              </a:buClr>
              <a:buSzPts val="1600"/>
              <a:buFont typeface="Arial"/>
              <a:buNone/>
              <a:defRPr sz="1600" b="1"/>
            </a:lvl9pPr>
          </a:lstStyle>
          <a:p>
            <a:endParaRPr/>
          </a:p>
        </p:txBody>
      </p:sp>
      <p:sp>
        <p:nvSpPr>
          <p:cNvPr id="41" name="Google Shape;41;p8"/>
          <p:cNvSpPr txBox="1">
            <a:spLocks noGrp="1"/>
          </p:cNvSpPr>
          <p:nvPr>
            <p:ph type="body" idx="4"/>
          </p:nvPr>
        </p:nvSpPr>
        <p:spPr>
          <a:xfrm>
            <a:off x="22296438" y="10439400"/>
            <a:ext cx="19400837" cy="18965863"/>
          </a:xfrm>
          <a:prstGeom prst="rect">
            <a:avLst/>
          </a:prstGeom>
          <a:noFill/>
          <a:ln>
            <a:noFill/>
          </a:ln>
        </p:spPr>
        <p:txBody>
          <a:bodyPr spcFirstLastPara="1" wrap="square" lIns="456400" tIns="456400" rIns="456400" bIns="456400" anchor="t" anchorCtr="0">
            <a:noAutofit/>
          </a:bodyPr>
          <a:lstStyle>
            <a:lvl1pPr marL="457200" lvl="0" indent="-381000" algn="l">
              <a:lnSpc>
                <a:spcPct val="100000"/>
              </a:lnSpc>
              <a:spcBef>
                <a:spcPts val="600"/>
              </a:spcBef>
              <a:spcAft>
                <a:spcPts val="0"/>
              </a:spcAft>
              <a:buClr>
                <a:schemeClr val="dk1"/>
              </a:buClr>
              <a:buSzPts val="2400"/>
              <a:buFont typeface="Arial"/>
              <a:buChar char="»"/>
              <a:defRPr sz="2400"/>
            </a:lvl1pPr>
            <a:lvl2pPr marL="914400" lvl="1" indent="-355600" algn="l">
              <a:lnSpc>
                <a:spcPct val="100000"/>
              </a:lnSpc>
              <a:spcBef>
                <a:spcPts val="600"/>
              </a:spcBef>
              <a:spcAft>
                <a:spcPts val="0"/>
              </a:spcAft>
              <a:buClr>
                <a:schemeClr val="dk1"/>
              </a:buClr>
              <a:buSzPts val="2000"/>
              <a:buFont typeface="Arial"/>
              <a:buChar char="–"/>
              <a:defRPr sz="2000"/>
            </a:lvl2pPr>
            <a:lvl3pPr marL="1371600" lvl="2" indent="-342900" algn="l">
              <a:lnSpc>
                <a:spcPct val="100000"/>
              </a:lnSpc>
              <a:spcBef>
                <a:spcPts val="600"/>
              </a:spcBef>
              <a:spcAft>
                <a:spcPts val="0"/>
              </a:spcAft>
              <a:buClr>
                <a:schemeClr val="dk1"/>
              </a:buClr>
              <a:buSzPts val="1800"/>
              <a:buFont typeface="Arial"/>
              <a:buChar char="•"/>
              <a:defRPr sz="1800"/>
            </a:lvl3pPr>
            <a:lvl4pPr marL="1828800" lvl="3" indent="-330200" algn="l">
              <a:lnSpc>
                <a:spcPct val="100000"/>
              </a:lnSpc>
              <a:spcBef>
                <a:spcPts val="600"/>
              </a:spcBef>
              <a:spcAft>
                <a:spcPts val="0"/>
              </a:spcAft>
              <a:buClr>
                <a:schemeClr val="dk1"/>
              </a:buClr>
              <a:buSzPts val="1600"/>
              <a:buFont typeface="Arial"/>
              <a:buChar char="–"/>
              <a:defRPr sz="1600"/>
            </a:lvl4pPr>
            <a:lvl5pPr marL="2286000" lvl="4" indent="-330200" algn="l">
              <a:lnSpc>
                <a:spcPct val="100000"/>
              </a:lnSpc>
              <a:spcBef>
                <a:spcPts val="600"/>
              </a:spcBef>
              <a:spcAft>
                <a:spcPts val="0"/>
              </a:spcAft>
              <a:buClr>
                <a:schemeClr val="dk1"/>
              </a:buClr>
              <a:buSzPts val="1600"/>
              <a:buFont typeface="Arial"/>
              <a:buChar char="»"/>
              <a:defRPr sz="1600"/>
            </a:lvl5pPr>
            <a:lvl6pPr marL="2743200" lvl="5" indent="-330200" algn="l">
              <a:lnSpc>
                <a:spcPct val="100000"/>
              </a:lnSpc>
              <a:spcBef>
                <a:spcPts val="600"/>
              </a:spcBef>
              <a:spcAft>
                <a:spcPts val="0"/>
              </a:spcAft>
              <a:buClr>
                <a:schemeClr val="dk1"/>
              </a:buClr>
              <a:buSzPts val="1600"/>
              <a:buFont typeface="Arial"/>
              <a:buChar char="»"/>
              <a:defRPr sz="1600"/>
            </a:lvl6pPr>
            <a:lvl7pPr marL="3200400" lvl="6" indent="-330200" algn="l">
              <a:lnSpc>
                <a:spcPct val="100000"/>
              </a:lnSpc>
              <a:spcBef>
                <a:spcPts val="600"/>
              </a:spcBef>
              <a:spcAft>
                <a:spcPts val="0"/>
              </a:spcAft>
              <a:buClr>
                <a:schemeClr val="dk1"/>
              </a:buClr>
              <a:buSzPts val="1600"/>
              <a:buFont typeface="Arial"/>
              <a:buChar char="»"/>
              <a:defRPr sz="1600"/>
            </a:lvl7pPr>
            <a:lvl8pPr marL="3657600" lvl="7" indent="-330200" algn="l">
              <a:lnSpc>
                <a:spcPct val="100000"/>
              </a:lnSpc>
              <a:spcBef>
                <a:spcPts val="600"/>
              </a:spcBef>
              <a:spcAft>
                <a:spcPts val="0"/>
              </a:spcAft>
              <a:buClr>
                <a:schemeClr val="dk1"/>
              </a:buClr>
              <a:buSzPts val="1600"/>
              <a:buFont typeface="Arial"/>
              <a:buChar char="»"/>
              <a:defRPr sz="1600"/>
            </a:lvl8pPr>
            <a:lvl9pPr marL="4114800" lvl="8" indent="-330200" algn="l">
              <a:lnSpc>
                <a:spcPct val="100000"/>
              </a:lnSpc>
              <a:spcBef>
                <a:spcPts val="600"/>
              </a:spcBef>
              <a:spcAft>
                <a:spcPts val="0"/>
              </a:spcAft>
              <a:buClr>
                <a:schemeClr val="dk1"/>
              </a:buClr>
              <a:buSzPts val="1600"/>
              <a:buFont typeface="Arial"/>
              <a:buChar char="»"/>
              <a:defRPr sz="16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2"/>
        <p:cNvGrpSpPr/>
        <p:nvPr/>
      </p:nvGrpSpPr>
      <p:grpSpPr>
        <a:xfrm>
          <a:off x="0" y="0"/>
          <a:ext cx="0" cy="0"/>
          <a:chOff x="0" y="0"/>
          <a:chExt cx="0" cy="0"/>
        </a:xfrm>
      </p:grpSpPr>
      <p:sp>
        <p:nvSpPr>
          <p:cNvPr id="43" name="Google Shape;43;p9"/>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2193925" y="1311275"/>
            <a:ext cx="14439900" cy="5576888"/>
          </a:xfrm>
          <a:prstGeom prst="rect">
            <a:avLst/>
          </a:prstGeom>
          <a:noFill/>
          <a:ln>
            <a:noFill/>
          </a:ln>
        </p:spPr>
        <p:txBody>
          <a:bodyPr spcFirstLastPara="1" wrap="square" lIns="45600" tIns="45600" rIns="45600" bIns="456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6" name="Google Shape;46;p10"/>
          <p:cNvSpPr txBox="1">
            <a:spLocks noGrp="1"/>
          </p:cNvSpPr>
          <p:nvPr>
            <p:ph type="body" idx="1"/>
          </p:nvPr>
        </p:nvSpPr>
        <p:spPr>
          <a:xfrm>
            <a:off x="17160875" y="1311275"/>
            <a:ext cx="24536400" cy="28093988"/>
          </a:xfrm>
          <a:prstGeom prst="rect">
            <a:avLst/>
          </a:prstGeom>
          <a:noFill/>
          <a:ln>
            <a:noFill/>
          </a:ln>
        </p:spPr>
        <p:txBody>
          <a:bodyPr spcFirstLastPara="1" wrap="square" lIns="456400" tIns="456400" rIns="456400" bIns="456400" anchor="t" anchorCtr="0">
            <a:noAutofit/>
          </a:bodyPr>
          <a:lstStyle>
            <a:lvl1pPr marL="457200" lvl="0" indent="-431800" algn="l">
              <a:lnSpc>
                <a:spcPct val="100000"/>
              </a:lnSpc>
              <a:spcBef>
                <a:spcPts val="600"/>
              </a:spcBef>
              <a:spcAft>
                <a:spcPts val="0"/>
              </a:spcAft>
              <a:buClr>
                <a:schemeClr val="dk1"/>
              </a:buClr>
              <a:buSzPts val="3200"/>
              <a:buFont typeface="Arial"/>
              <a:buChar char="»"/>
              <a:defRPr sz="3200"/>
            </a:lvl1pPr>
            <a:lvl2pPr marL="914400" lvl="1" indent="-406400" algn="l">
              <a:lnSpc>
                <a:spcPct val="100000"/>
              </a:lnSpc>
              <a:spcBef>
                <a:spcPts val="600"/>
              </a:spcBef>
              <a:spcAft>
                <a:spcPts val="0"/>
              </a:spcAft>
              <a:buClr>
                <a:schemeClr val="dk1"/>
              </a:buClr>
              <a:buSzPts val="2800"/>
              <a:buFont typeface="Arial"/>
              <a:buChar char="–"/>
              <a:defRPr sz="2800"/>
            </a:lvl2pPr>
            <a:lvl3pPr marL="1371600" lvl="2" indent="-381000" algn="l">
              <a:lnSpc>
                <a:spcPct val="100000"/>
              </a:lnSpc>
              <a:spcBef>
                <a:spcPts val="600"/>
              </a:spcBef>
              <a:spcAft>
                <a:spcPts val="0"/>
              </a:spcAft>
              <a:buClr>
                <a:schemeClr val="dk1"/>
              </a:buClr>
              <a:buSzPts val="2400"/>
              <a:buFont typeface="Arial"/>
              <a:buChar char="•"/>
              <a:defRPr sz="2400"/>
            </a:lvl3pPr>
            <a:lvl4pPr marL="1828800" lvl="3" indent="-355600" algn="l">
              <a:lnSpc>
                <a:spcPct val="100000"/>
              </a:lnSpc>
              <a:spcBef>
                <a:spcPts val="600"/>
              </a:spcBef>
              <a:spcAft>
                <a:spcPts val="0"/>
              </a:spcAft>
              <a:buClr>
                <a:schemeClr val="dk1"/>
              </a:buClr>
              <a:buSzPts val="2000"/>
              <a:buFont typeface="Arial"/>
              <a:buChar char="–"/>
              <a:defRPr sz="2000"/>
            </a:lvl4pPr>
            <a:lvl5pPr marL="2286000" lvl="4" indent="-355600" algn="l">
              <a:lnSpc>
                <a:spcPct val="100000"/>
              </a:lnSpc>
              <a:spcBef>
                <a:spcPts val="600"/>
              </a:spcBef>
              <a:spcAft>
                <a:spcPts val="0"/>
              </a:spcAft>
              <a:buClr>
                <a:schemeClr val="dk1"/>
              </a:buClr>
              <a:buSzPts val="2000"/>
              <a:buFont typeface="Arial"/>
              <a:buChar char="»"/>
              <a:defRPr sz="2000"/>
            </a:lvl5pPr>
            <a:lvl6pPr marL="2743200" lvl="5" indent="-355600" algn="l">
              <a:lnSpc>
                <a:spcPct val="100000"/>
              </a:lnSpc>
              <a:spcBef>
                <a:spcPts val="600"/>
              </a:spcBef>
              <a:spcAft>
                <a:spcPts val="0"/>
              </a:spcAft>
              <a:buClr>
                <a:schemeClr val="dk1"/>
              </a:buClr>
              <a:buSzPts val="2000"/>
              <a:buFont typeface="Arial"/>
              <a:buChar char="»"/>
              <a:defRPr sz="2000"/>
            </a:lvl6pPr>
            <a:lvl7pPr marL="3200400" lvl="6" indent="-355600" algn="l">
              <a:lnSpc>
                <a:spcPct val="100000"/>
              </a:lnSpc>
              <a:spcBef>
                <a:spcPts val="600"/>
              </a:spcBef>
              <a:spcAft>
                <a:spcPts val="0"/>
              </a:spcAft>
              <a:buClr>
                <a:schemeClr val="dk1"/>
              </a:buClr>
              <a:buSzPts val="2000"/>
              <a:buFont typeface="Arial"/>
              <a:buChar char="»"/>
              <a:defRPr sz="2000"/>
            </a:lvl7pPr>
            <a:lvl8pPr marL="3657600" lvl="7" indent="-355600" algn="l">
              <a:lnSpc>
                <a:spcPct val="100000"/>
              </a:lnSpc>
              <a:spcBef>
                <a:spcPts val="600"/>
              </a:spcBef>
              <a:spcAft>
                <a:spcPts val="0"/>
              </a:spcAft>
              <a:buClr>
                <a:schemeClr val="dk1"/>
              </a:buClr>
              <a:buSzPts val="2000"/>
              <a:buFont typeface="Arial"/>
              <a:buChar char="»"/>
              <a:defRPr sz="2000"/>
            </a:lvl8pPr>
            <a:lvl9pPr marL="4114800" lvl="8" indent="-355600" algn="l">
              <a:lnSpc>
                <a:spcPct val="100000"/>
              </a:lnSpc>
              <a:spcBef>
                <a:spcPts val="600"/>
              </a:spcBef>
              <a:spcAft>
                <a:spcPts val="0"/>
              </a:spcAft>
              <a:buClr>
                <a:schemeClr val="dk1"/>
              </a:buClr>
              <a:buSzPts val="2000"/>
              <a:buFont typeface="Arial"/>
              <a:buChar char="»"/>
              <a:defRPr sz="2000"/>
            </a:lvl9pPr>
          </a:lstStyle>
          <a:p>
            <a:endParaRPr/>
          </a:p>
        </p:txBody>
      </p:sp>
      <p:sp>
        <p:nvSpPr>
          <p:cNvPr id="47" name="Google Shape;47;p10"/>
          <p:cNvSpPr txBox="1">
            <a:spLocks noGrp="1"/>
          </p:cNvSpPr>
          <p:nvPr>
            <p:ph type="body" idx="2"/>
          </p:nvPr>
        </p:nvSpPr>
        <p:spPr>
          <a:xfrm>
            <a:off x="2193925" y="6888163"/>
            <a:ext cx="14439900" cy="22517100"/>
          </a:xfrm>
          <a:prstGeom prst="rect">
            <a:avLst/>
          </a:prstGeom>
          <a:noFill/>
          <a:ln>
            <a:noFill/>
          </a:ln>
        </p:spPr>
        <p:txBody>
          <a:bodyPr spcFirstLastPara="1" wrap="square" lIns="456400" tIns="456400" rIns="456400" bIns="456400" anchor="t" anchorCtr="0">
            <a:noAutofit/>
          </a:bodyPr>
          <a:lstStyle>
            <a:lvl1pPr marL="457200" lvl="0" indent="-228600" algn="l">
              <a:lnSpc>
                <a:spcPct val="100000"/>
              </a:lnSpc>
              <a:spcBef>
                <a:spcPts val="600"/>
              </a:spcBef>
              <a:spcAft>
                <a:spcPts val="0"/>
              </a:spcAft>
              <a:buClr>
                <a:schemeClr val="dk1"/>
              </a:buClr>
              <a:buSzPts val="1400"/>
              <a:buFont typeface="Arial"/>
              <a:buNone/>
              <a:defRPr sz="1400"/>
            </a:lvl1pPr>
            <a:lvl2pPr marL="914400" lvl="1" indent="-228600" algn="l">
              <a:lnSpc>
                <a:spcPct val="100000"/>
              </a:lnSpc>
              <a:spcBef>
                <a:spcPts val="600"/>
              </a:spcBef>
              <a:spcAft>
                <a:spcPts val="0"/>
              </a:spcAft>
              <a:buClr>
                <a:schemeClr val="dk1"/>
              </a:buClr>
              <a:buSzPts val="1200"/>
              <a:buFont typeface="Arial"/>
              <a:buNone/>
              <a:defRPr sz="1200"/>
            </a:lvl2pPr>
            <a:lvl3pPr marL="1371600" lvl="2" indent="-228600" algn="l">
              <a:lnSpc>
                <a:spcPct val="100000"/>
              </a:lnSpc>
              <a:spcBef>
                <a:spcPts val="600"/>
              </a:spcBef>
              <a:spcAft>
                <a:spcPts val="0"/>
              </a:spcAft>
              <a:buClr>
                <a:schemeClr val="dk1"/>
              </a:buClr>
              <a:buSzPts val="1000"/>
              <a:buFont typeface="Arial"/>
              <a:buNone/>
              <a:defRPr sz="1000"/>
            </a:lvl3pPr>
            <a:lvl4pPr marL="1828800" lvl="3" indent="-228600" algn="l">
              <a:lnSpc>
                <a:spcPct val="100000"/>
              </a:lnSpc>
              <a:spcBef>
                <a:spcPts val="600"/>
              </a:spcBef>
              <a:spcAft>
                <a:spcPts val="0"/>
              </a:spcAft>
              <a:buClr>
                <a:schemeClr val="dk1"/>
              </a:buClr>
              <a:buSzPts val="900"/>
              <a:buFont typeface="Arial"/>
              <a:buNone/>
              <a:defRPr sz="900"/>
            </a:lvl4pPr>
            <a:lvl5pPr marL="2286000" lvl="4" indent="-228600" algn="l">
              <a:lnSpc>
                <a:spcPct val="100000"/>
              </a:lnSpc>
              <a:spcBef>
                <a:spcPts val="600"/>
              </a:spcBef>
              <a:spcAft>
                <a:spcPts val="0"/>
              </a:spcAft>
              <a:buClr>
                <a:schemeClr val="dk1"/>
              </a:buClr>
              <a:buSzPts val="900"/>
              <a:buFont typeface="Arial"/>
              <a:buNone/>
              <a:defRPr sz="900"/>
            </a:lvl5pPr>
            <a:lvl6pPr marL="2743200" lvl="5" indent="-228600" algn="l">
              <a:lnSpc>
                <a:spcPct val="100000"/>
              </a:lnSpc>
              <a:spcBef>
                <a:spcPts val="600"/>
              </a:spcBef>
              <a:spcAft>
                <a:spcPts val="0"/>
              </a:spcAft>
              <a:buClr>
                <a:schemeClr val="dk1"/>
              </a:buClr>
              <a:buSzPts val="900"/>
              <a:buFont typeface="Arial"/>
              <a:buNone/>
              <a:defRPr sz="900"/>
            </a:lvl6pPr>
            <a:lvl7pPr marL="3200400" lvl="6" indent="-228600" algn="l">
              <a:lnSpc>
                <a:spcPct val="100000"/>
              </a:lnSpc>
              <a:spcBef>
                <a:spcPts val="600"/>
              </a:spcBef>
              <a:spcAft>
                <a:spcPts val="0"/>
              </a:spcAft>
              <a:buClr>
                <a:schemeClr val="dk1"/>
              </a:buClr>
              <a:buSzPts val="900"/>
              <a:buFont typeface="Arial"/>
              <a:buNone/>
              <a:defRPr sz="900"/>
            </a:lvl7pPr>
            <a:lvl8pPr marL="3657600" lvl="7" indent="-228600" algn="l">
              <a:lnSpc>
                <a:spcPct val="100000"/>
              </a:lnSpc>
              <a:spcBef>
                <a:spcPts val="600"/>
              </a:spcBef>
              <a:spcAft>
                <a:spcPts val="0"/>
              </a:spcAft>
              <a:buClr>
                <a:schemeClr val="dk1"/>
              </a:buClr>
              <a:buSzPts val="900"/>
              <a:buFont typeface="Arial"/>
              <a:buNone/>
              <a:defRPr sz="900"/>
            </a:lvl8pPr>
            <a:lvl9pPr marL="4114800" lvl="8" indent="-228600" algn="l">
              <a:lnSpc>
                <a:spcPct val="100000"/>
              </a:lnSpc>
              <a:spcBef>
                <a:spcPts val="600"/>
              </a:spcBef>
              <a:spcAft>
                <a:spcPts val="0"/>
              </a:spcAft>
              <a:buClr>
                <a:schemeClr val="dk1"/>
              </a:buClr>
              <a:buSzPts val="900"/>
              <a:buFont typeface="Arial"/>
              <a:buNone/>
              <a:defRPr sz="9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8"/>
        <p:cNvGrpSpPr/>
        <p:nvPr/>
      </p:nvGrpSpPr>
      <p:grpSpPr>
        <a:xfrm>
          <a:off x="0" y="0"/>
          <a:ext cx="0" cy="0"/>
          <a:chOff x="0" y="0"/>
          <a:chExt cx="0" cy="0"/>
        </a:xfrm>
      </p:grpSpPr>
      <p:sp>
        <p:nvSpPr>
          <p:cNvPr id="49" name="Google Shape;49;p11"/>
          <p:cNvSpPr txBox="1">
            <a:spLocks noGrp="1"/>
          </p:cNvSpPr>
          <p:nvPr>
            <p:ph type="title"/>
          </p:nvPr>
        </p:nvSpPr>
        <p:spPr>
          <a:xfrm>
            <a:off x="8602663" y="23042563"/>
            <a:ext cx="26335037" cy="2720975"/>
          </a:xfrm>
          <a:prstGeom prst="rect">
            <a:avLst/>
          </a:prstGeom>
          <a:noFill/>
          <a:ln>
            <a:noFill/>
          </a:ln>
        </p:spPr>
        <p:txBody>
          <a:bodyPr spcFirstLastPara="1" wrap="square" lIns="45600" tIns="45600" rIns="45600" bIns="456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0" name="Google Shape;50;p11"/>
          <p:cNvSpPr>
            <a:spLocks noGrp="1"/>
          </p:cNvSpPr>
          <p:nvPr>
            <p:ph type="pic" idx="2"/>
          </p:nvPr>
        </p:nvSpPr>
        <p:spPr>
          <a:xfrm>
            <a:off x="8602663" y="2941638"/>
            <a:ext cx="26335037" cy="19750087"/>
          </a:xfrm>
          <a:prstGeom prst="rect">
            <a:avLst/>
          </a:prstGeom>
          <a:noFill/>
          <a:ln>
            <a:noFill/>
          </a:ln>
        </p:spPr>
      </p:sp>
      <p:sp>
        <p:nvSpPr>
          <p:cNvPr id="51" name="Google Shape;51;p11"/>
          <p:cNvSpPr txBox="1">
            <a:spLocks noGrp="1"/>
          </p:cNvSpPr>
          <p:nvPr>
            <p:ph type="body" idx="1"/>
          </p:nvPr>
        </p:nvSpPr>
        <p:spPr>
          <a:xfrm>
            <a:off x="8602663" y="25763538"/>
            <a:ext cx="26335037" cy="3862387"/>
          </a:xfrm>
          <a:prstGeom prst="rect">
            <a:avLst/>
          </a:prstGeom>
          <a:noFill/>
          <a:ln>
            <a:noFill/>
          </a:ln>
        </p:spPr>
        <p:txBody>
          <a:bodyPr spcFirstLastPara="1" wrap="square" lIns="456400" tIns="456400" rIns="456400" bIns="456400" anchor="t" anchorCtr="0">
            <a:noAutofit/>
          </a:bodyPr>
          <a:lstStyle>
            <a:lvl1pPr marL="457200" lvl="0" indent="-228600" algn="l">
              <a:lnSpc>
                <a:spcPct val="100000"/>
              </a:lnSpc>
              <a:spcBef>
                <a:spcPts val="600"/>
              </a:spcBef>
              <a:spcAft>
                <a:spcPts val="0"/>
              </a:spcAft>
              <a:buClr>
                <a:schemeClr val="dk1"/>
              </a:buClr>
              <a:buSzPts val="1400"/>
              <a:buFont typeface="Arial"/>
              <a:buNone/>
              <a:defRPr sz="1400"/>
            </a:lvl1pPr>
            <a:lvl2pPr marL="914400" lvl="1" indent="-228600" algn="l">
              <a:lnSpc>
                <a:spcPct val="100000"/>
              </a:lnSpc>
              <a:spcBef>
                <a:spcPts val="600"/>
              </a:spcBef>
              <a:spcAft>
                <a:spcPts val="0"/>
              </a:spcAft>
              <a:buClr>
                <a:schemeClr val="dk1"/>
              </a:buClr>
              <a:buSzPts val="1200"/>
              <a:buFont typeface="Arial"/>
              <a:buNone/>
              <a:defRPr sz="1200"/>
            </a:lvl2pPr>
            <a:lvl3pPr marL="1371600" lvl="2" indent="-228600" algn="l">
              <a:lnSpc>
                <a:spcPct val="100000"/>
              </a:lnSpc>
              <a:spcBef>
                <a:spcPts val="600"/>
              </a:spcBef>
              <a:spcAft>
                <a:spcPts val="0"/>
              </a:spcAft>
              <a:buClr>
                <a:schemeClr val="dk1"/>
              </a:buClr>
              <a:buSzPts val="1000"/>
              <a:buFont typeface="Arial"/>
              <a:buNone/>
              <a:defRPr sz="1000"/>
            </a:lvl3pPr>
            <a:lvl4pPr marL="1828800" lvl="3" indent="-228600" algn="l">
              <a:lnSpc>
                <a:spcPct val="100000"/>
              </a:lnSpc>
              <a:spcBef>
                <a:spcPts val="600"/>
              </a:spcBef>
              <a:spcAft>
                <a:spcPts val="0"/>
              </a:spcAft>
              <a:buClr>
                <a:schemeClr val="dk1"/>
              </a:buClr>
              <a:buSzPts val="900"/>
              <a:buFont typeface="Arial"/>
              <a:buNone/>
              <a:defRPr sz="900"/>
            </a:lvl4pPr>
            <a:lvl5pPr marL="2286000" lvl="4" indent="-228600" algn="l">
              <a:lnSpc>
                <a:spcPct val="100000"/>
              </a:lnSpc>
              <a:spcBef>
                <a:spcPts val="600"/>
              </a:spcBef>
              <a:spcAft>
                <a:spcPts val="0"/>
              </a:spcAft>
              <a:buClr>
                <a:schemeClr val="dk1"/>
              </a:buClr>
              <a:buSzPts val="900"/>
              <a:buFont typeface="Arial"/>
              <a:buNone/>
              <a:defRPr sz="900"/>
            </a:lvl5pPr>
            <a:lvl6pPr marL="2743200" lvl="5" indent="-228600" algn="l">
              <a:lnSpc>
                <a:spcPct val="100000"/>
              </a:lnSpc>
              <a:spcBef>
                <a:spcPts val="600"/>
              </a:spcBef>
              <a:spcAft>
                <a:spcPts val="0"/>
              </a:spcAft>
              <a:buClr>
                <a:schemeClr val="dk1"/>
              </a:buClr>
              <a:buSzPts val="900"/>
              <a:buFont typeface="Arial"/>
              <a:buNone/>
              <a:defRPr sz="900"/>
            </a:lvl6pPr>
            <a:lvl7pPr marL="3200400" lvl="6" indent="-228600" algn="l">
              <a:lnSpc>
                <a:spcPct val="100000"/>
              </a:lnSpc>
              <a:spcBef>
                <a:spcPts val="600"/>
              </a:spcBef>
              <a:spcAft>
                <a:spcPts val="0"/>
              </a:spcAft>
              <a:buClr>
                <a:schemeClr val="dk1"/>
              </a:buClr>
              <a:buSzPts val="900"/>
              <a:buFont typeface="Arial"/>
              <a:buNone/>
              <a:defRPr sz="900"/>
            </a:lvl7pPr>
            <a:lvl8pPr marL="3657600" lvl="7" indent="-228600" algn="l">
              <a:lnSpc>
                <a:spcPct val="100000"/>
              </a:lnSpc>
              <a:spcBef>
                <a:spcPts val="600"/>
              </a:spcBef>
              <a:spcAft>
                <a:spcPts val="0"/>
              </a:spcAft>
              <a:buClr>
                <a:schemeClr val="dk1"/>
              </a:buClr>
              <a:buSzPts val="900"/>
              <a:buFont typeface="Arial"/>
              <a:buNone/>
              <a:defRPr sz="900"/>
            </a:lvl8pPr>
            <a:lvl9pPr marL="4114800" lvl="8" indent="-228600" algn="l">
              <a:lnSpc>
                <a:spcPct val="100000"/>
              </a:lnSpc>
              <a:spcBef>
                <a:spcPts val="600"/>
              </a:spcBef>
              <a:spcAft>
                <a:spcPts val="0"/>
              </a:spcAft>
              <a:buClr>
                <a:schemeClr val="dk1"/>
              </a:buClr>
              <a:buSzPts val="900"/>
              <a:buFont typeface="Arial"/>
              <a:buNone/>
              <a:defRPr sz="9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2"/>
        <p:cNvGrpSpPr/>
        <p:nvPr/>
      </p:nvGrpSpPr>
      <p:grpSpPr>
        <a:xfrm>
          <a:off x="0" y="0"/>
          <a:ext cx="0" cy="0"/>
          <a:chOff x="0" y="0"/>
          <a:chExt cx="0" cy="0"/>
        </a:xfrm>
      </p:grpSpPr>
      <p:sp>
        <p:nvSpPr>
          <p:cNvPr id="53" name="Google Shape;53;p12"/>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4" name="Google Shape;54;p12"/>
          <p:cNvSpPr txBox="1">
            <a:spLocks noGrp="1"/>
          </p:cNvSpPr>
          <p:nvPr>
            <p:ph type="body" idx="1"/>
          </p:nvPr>
        </p:nvSpPr>
        <p:spPr>
          <a:xfrm rot="5400000">
            <a:off x="8149432" y="-1816893"/>
            <a:ext cx="27279600" cy="42190987"/>
          </a:xfrm>
          <a:prstGeom prst="rect">
            <a:avLst/>
          </a:prstGeom>
          <a:noFill/>
          <a:ln>
            <a:noFill/>
          </a:ln>
        </p:spPr>
        <p:txBody>
          <a:bodyPr spcFirstLastPara="1" wrap="square" lIns="456400" tIns="456400" rIns="456400" bIns="4564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rot="5400000">
            <a:off x="21151850" y="11185525"/>
            <a:ext cx="32918400" cy="10547350"/>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rot="5400000">
            <a:off x="-19843" y="713582"/>
            <a:ext cx="32918400" cy="31491237"/>
          </a:xfrm>
          <a:prstGeom prst="rect">
            <a:avLst/>
          </a:prstGeom>
          <a:noFill/>
          <a:ln>
            <a:noFill/>
          </a:ln>
        </p:spPr>
        <p:txBody>
          <a:bodyPr spcFirstLastPara="1" wrap="square" lIns="456400" tIns="456400" rIns="456400" bIns="4564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type="tx">
  <p:cSld name="TITLE_AND_BODY">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7" name="Google Shape;67;p15"/>
          <p:cNvSpPr txBox="1">
            <a:spLocks noGrp="1"/>
          </p:cNvSpPr>
          <p:nvPr>
            <p:ph type="body" idx="1"/>
          </p:nvPr>
        </p:nvSpPr>
        <p:spPr>
          <a:xfrm>
            <a:off x="693738" y="5638800"/>
            <a:ext cx="42190987" cy="27279600"/>
          </a:xfrm>
          <a:prstGeom prst="rect">
            <a:avLst/>
          </a:prstGeom>
          <a:noFill/>
          <a:ln>
            <a:noFill/>
          </a:ln>
        </p:spPr>
        <p:txBody>
          <a:bodyPr spcFirstLastPara="1" wrap="square" lIns="456400" tIns="456400" rIns="456400" bIns="4564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0"/>
              </a:spcAft>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AABAC9"/>
        </a:solidFill>
        <a:effectLst/>
      </p:bgPr>
    </p:bg>
    <p:spTree>
      <p:nvGrpSpPr>
        <p:cNvPr id="1" name="Shape 5"/>
        <p:cNvGrpSpPr/>
        <p:nvPr/>
      </p:nvGrpSpPr>
      <p:grpSpPr>
        <a:xfrm>
          <a:off x="0" y="0"/>
          <a:ext cx="0" cy="0"/>
          <a:chOff x="0" y="0"/>
          <a:chExt cx="0" cy="0"/>
        </a:xfrm>
      </p:grpSpPr>
      <p:sp>
        <p:nvSpPr>
          <p:cNvPr id="6" name="Google Shape;6;p2"/>
          <p:cNvSpPr/>
          <p:nvPr/>
        </p:nvSpPr>
        <p:spPr>
          <a:xfrm>
            <a:off x="0" y="0"/>
            <a:ext cx="43891200" cy="4800600"/>
          </a:xfrm>
          <a:prstGeom prst="rect">
            <a:avLst/>
          </a:prstGeom>
          <a:solidFill>
            <a:srgbClr val="003466"/>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 name="Google Shape;7;p2"/>
          <p:cNvSpPr/>
          <p:nvPr/>
        </p:nvSpPr>
        <p:spPr>
          <a:xfrm>
            <a:off x="693738" y="5638800"/>
            <a:ext cx="9974262"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 name="Google Shape;8;p2"/>
          <p:cNvSpPr/>
          <p:nvPr/>
        </p:nvSpPr>
        <p:spPr>
          <a:xfrm>
            <a:off x="130628" y="4800600"/>
            <a:ext cx="43662600" cy="242887"/>
          </a:xfrm>
          <a:prstGeom prst="rect">
            <a:avLst/>
          </a:prstGeom>
          <a:solidFill>
            <a:srgbClr val="660000"/>
          </a:solidFill>
          <a:ln w="152400" cap="flat" cmpd="sng">
            <a:solidFill>
              <a:srgbClr val="FF99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 name="Google Shape;9;p2"/>
          <p:cNvSpPr/>
          <p:nvPr/>
        </p:nvSpPr>
        <p:spPr>
          <a:xfrm>
            <a:off x="609600" y="32445325"/>
            <a:ext cx="2514600" cy="354013"/>
          </a:xfrm>
          <a:prstGeom prst="rect">
            <a:avLst/>
          </a:prstGeom>
          <a:noFill/>
          <a:ln>
            <a:noFill/>
          </a:ln>
        </p:spPr>
        <p:txBody>
          <a:bodyPr spcFirstLastPara="1" wrap="square" lIns="45600" tIns="45600" rIns="45600" bIns="45600" anchor="t" anchorCtr="0">
            <a:noAutofit/>
          </a:bodyPr>
          <a:lstStyle/>
          <a:p>
            <a:pPr marL="0" marR="0" lvl="0" indent="0" algn="l" rtl="0">
              <a:lnSpc>
                <a:spcPct val="65000"/>
              </a:lnSpc>
              <a:spcBef>
                <a:spcPts val="0"/>
              </a:spcBef>
              <a:spcAft>
                <a:spcPts val="0"/>
              </a:spcAft>
              <a:buClr>
                <a:srgbClr val="000000"/>
              </a:buClr>
              <a:buSzPts val="500"/>
              <a:buFont typeface="Arial"/>
              <a:buNone/>
            </a:pPr>
            <a:r>
              <a:rPr lang="en-US" sz="500" b="1" i="0" u="none" strike="noStrike" cap="none">
                <a:solidFill>
                  <a:srgbClr val="808080"/>
                </a:solidFill>
                <a:latin typeface="Arial"/>
                <a:ea typeface="Arial"/>
                <a:cs typeface="Arial"/>
                <a:sym typeface="Arial"/>
              </a:rPr>
              <a:t>TEMPLATE DESIGN © 2008</a:t>
            </a:r>
            <a:endParaRPr sz="1400" b="0" i="0" u="none" strike="noStrike" cap="none">
              <a:solidFill>
                <a:srgbClr val="000000"/>
              </a:solidFill>
              <a:latin typeface="Arial"/>
              <a:ea typeface="Arial"/>
              <a:cs typeface="Arial"/>
              <a:sym typeface="Arial"/>
            </a:endParaRPr>
          </a:p>
          <a:p>
            <a:pPr marL="0" marR="0" lvl="0" indent="0" algn="l" rtl="0">
              <a:lnSpc>
                <a:spcPct val="65000"/>
              </a:lnSpc>
              <a:spcBef>
                <a:spcPts val="600"/>
              </a:spcBef>
              <a:spcAft>
                <a:spcPts val="0"/>
              </a:spcAft>
              <a:buClr>
                <a:srgbClr val="000000"/>
              </a:buClr>
              <a:buSzPts val="1000"/>
              <a:buFont typeface="Arial"/>
              <a:buNone/>
            </a:pPr>
            <a:r>
              <a:rPr lang="en-US" sz="1000" b="1" i="0" u="none" strike="noStrike" cap="none">
                <a:solidFill>
                  <a:srgbClr val="808080"/>
                </a:solidFill>
                <a:latin typeface="Arial"/>
                <a:ea typeface="Arial"/>
                <a:cs typeface="Arial"/>
                <a:sym typeface="Arial"/>
              </a:rPr>
              <a:t>www.PosterPresentations.com</a:t>
            </a:r>
            <a:endParaRPr sz="1400" b="0" i="0" u="none" strike="noStrike" cap="none">
              <a:solidFill>
                <a:srgbClr val="000000"/>
              </a:solidFill>
              <a:latin typeface="Arial"/>
              <a:ea typeface="Arial"/>
              <a:cs typeface="Arial"/>
              <a:sym typeface="Arial"/>
            </a:endParaRPr>
          </a:p>
        </p:txBody>
      </p:sp>
      <p:sp>
        <p:nvSpPr>
          <p:cNvPr id="10" name="Google Shape;10;p2"/>
          <p:cNvSpPr/>
          <p:nvPr/>
        </p:nvSpPr>
        <p:spPr>
          <a:xfrm>
            <a:off x="0" y="0"/>
            <a:ext cx="43891200" cy="32918400"/>
          </a:xfrm>
          <a:prstGeom prst="rect">
            <a:avLst/>
          </a:prstGeom>
          <a:no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 name="Google Shape;11;p2"/>
          <p:cNvSpPr/>
          <p:nvPr/>
        </p:nvSpPr>
        <p:spPr>
          <a:xfrm>
            <a:off x="11490325" y="5638800"/>
            <a:ext cx="9982200"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 name="Google Shape;12;p2"/>
          <p:cNvSpPr/>
          <p:nvPr/>
        </p:nvSpPr>
        <p:spPr>
          <a:xfrm>
            <a:off x="22272625" y="5638800"/>
            <a:ext cx="9982200"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 name="Google Shape;13;p2"/>
          <p:cNvSpPr/>
          <p:nvPr/>
        </p:nvSpPr>
        <p:spPr>
          <a:xfrm>
            <a:off x="33078738" y="5638800"/>
            <a:ext cx="9982200"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 name="Google Shape;14;p2"/>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marR="0" lvl="0"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1pPr>
            <a:lvl2pPr marR="0" lvl="1"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2pPr>
            <a:lvl3pPr marR="0" lvl="2"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3pPr>
            <a:lvl4pPr marR="0" lvl="3"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4pPr>
            <a:lvl5pPr marR="0" lvl="4"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5pPr>
            <a:lvl6pPr marR="0" lvl="5"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6pPr>
            <a:lvl7pPr marR="0" lvl="6"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7pPr>
            <a:lvl8pPr marR="0" lvl="7"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8pPr>
            <a:lvl9pPr marR="0" lvl="8"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9pPr>
          </a:lstStyle>
          <a:p>
            <a:endParaRPr/>
          </a:p>
        </p:txBody>
      </p:sp>
      <p:sp>
        <p:nvSpPr>
          <p:cNvPr id="15" name="Google Shape;15;p2"/>
          <p:cNvSpPr txBox="1">
            <a:spLocks noGrp="1"/>
          </p:cNvSpPr>
          <p:nvPr>
            <p:ph type="body" idx="1"/>
          </p:nvPr>
        </p:nvSpPr>
        <p:spPr>
          <a:xfrm>
            <a:off x="693738" y="5638800"/>
            <a:ext cx="42190987" cy="27279600"/>
          </a:xfrm>
          <a:prstGeom prst="rect">
            <a:avLst/>
          </a:prstGeom>
          <a:noFill/>
          <a:ln>
            <a:noFill/>
          </a:ln>
        </p:spPr>
        <p:txBody>
          <a:bodyPr spcFirstLastPara="1" wrap="square" lIns="456400" tIns="456400" rIns="456400" bIns="456400" anchor="t" anchorCtr="0">
            <a:noAutofit/>
          </a:bodyPr>
          <a:lstStyle>
            <a:lvl1pPr marL="457200" marR="0" lvl="0"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1pPr>
            <a:lvl2pPr marL="914400" marR="0" lvl="1"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2pPr>
            <a:lvl3pPr marL="1371600" marR="0" lvl="2"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3pPr>
            <a:lvl4pPr marL="1828800" marR="0" lvl="3"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4pPr>
            <a:lvl5pPr marL="2286000" marR="0" lvl="4"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5pPr>
            <a:lvl6pPr marL="2743200" marR="0" lvl="5"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6pPr>
            <a:lvl7pPr marL="3200400" marR="0" lvl="6"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7pPr>
            <a:lvl8pPr marL="3657600" marR="0" lvl="7"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8pPr>
            <a:lvl9pPr marL="4114800" marR="0" lvl="8"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AABAC9"/>
        </a:solidFill>
        <a:effectLst/>
      </p:bgPr>
    </p:bg>
    <p:spTree>
      <p:nvGrpSpPr>
        <p:cNvPr id="1" name="Shape 58"/>
        <p:cNvGrpSpPr/>
        <p:nvPr/>
      </p:nvGrpSpPr>
      <p:grpSpPr>
        <a:xfrm>
          <a:off x="0" y="0"/>
          <a:ext cx="0" cy="0"/>
          <a:chOff x="0" y="0"/>
          <a:chExt cx="0" cy="0"/>
        </a:xfrm>
      </p:grpSpPr>
      <p:sp>
        <p:nvSpPr>
          <p:cNvPr id="59" name="Google Shape;59;p14"/>
          <p:cNvSpPr/>
          <p:nvPr/>
        </p:nvSpPr>
        <p:spPr>
          <a:xfrm>
            <a:off x="0" y="0"/>
            <a:ext cx="43891200" cy="4800600"/>
          </a:xfrm>
          <a:prstGeom prst="rect">
            <a:avLst/>
          </a:prstGeom>
          <a:solidFill>
            <a:srgbClr val="D7D7D7"/>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0" name="Google Shape;60;p14"/>
          <p:cNvSpPr/>
          <p:nvPr/>
        </p:nvSpPr>
        <p:spPr>
          <a:xfrm>
            <a:off x="693738" y="5638800"/>
            <a:ext cx="42367200" cy="26563638"/>
          </a:xfrm>
          <a:prstGeom prst="rect">
            <a:avLst/>
          </a:prstGeom>
          <a:solidFill>
            <a:srgbClr val="D7D7D7"/>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1" name="Google Shape;61;p14"/>
          <p:cNvSpPr/>
          <p:nvPr/>
        </p:nvSpPr>
        <p:spPr>
          <a:xfrm>
            <a:off x="0" y="4800600"/>
            <a:ext cx="43891200" cy="130175"/>
          </a:xfrm>
          <a:prstGeom prst="rect">
            <a:avLst/>
          </a:prstGeom>
          <a:solidFill>
            <a:srgbClr val="66000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2" name="Google Shape;62;p14"/>
          <p:cNvSpPr/>
          <p:nvPr/>
        </p:nvSpPr>
        <p:spPr>
          <a:xfrm>
            <a:off x="0" y="0"/>
            <a:ext cx="43891200" cy="32918400"/>
          </a:xfrm>
          <a:prstGeom prst="rect">
            <a:avLst/>
          </a:prstGeom>
          <a:no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3" name="Google Shape;63;p14"/>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marR="0" lvl="0"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1pPr>
            <a:lvl2pPr marR="0" lvl="1"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2pPr>
            <a:lvl3pPr marR="0" lvl="2"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3pPr>
            <a:lvl4pPr marR="0" lvl="3"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4pPr>
            <a:lvl5pPr marR="0" lvl="4"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5pPr>
            <a:lvl6pPr marR="0" lvl="5" algn="ctr" rtl="0">
              <a:lnSpc>
                <a:spcPct val="100000"/>
              </a:lnSpc>
              <a:spcBef>
                <a:spcPts val="0"/>
              </a:spcBef>
              <a:spcAft>
                <a:spcPts val="0"/>
              </a:spcAft>
              <a:buClr>
                <a:srgbClr val="000000"/>
              </a:buClr>
              <a:buSzPts val="1400"/>
              <a:buFont typeface="Arial"/>
              <a:buNone/>
              <a:defRPr sz="8600" b="0" i="0" u="none" strike="noStrike" cap="none">
                <a:solidFill>
                  <a:srgbClr val="000000"/>
                </a:solidFill>
                <a:latin typeface="Arial Black"/>
                <a:ea typeface="Arial Black"/>
                <a:cs typeface="Arial Black"/>
                <a:sym typeface="Arial Black"/>
              </a:defRPr>
            </a:lvl6pPr>
            <a:lvl7pPr marR="0" lvl="6" algn="ctr" rtl="0">
              <a:lnSpc>
                <a:spcPct val="100000"/>
              </a:lnSpc>
              <a:spcBef>
                <a:spcPts val="0"/>
              </a:spcBef>
              <a:spcAft>
                <a:spcPts val="0"/>
              </a:spcAft>
              <a:buClr>
                <a:srgbClr val="000000"/>
              </a:buClr>
              <a:buSzPts val="1400"/>
              <a:buFont typeface="Arial"/>
              <a:buNone/>
              <a:defRPr sz="8600" b="0" i="0" u="none" strike="noStrike" cap="none">
                <a:solidFill>
                  <a:srgbClr val="000000"/>
                </a:solidFill>
                <a:latin typeface="Arial Black"/>
                <a:ea typeface="Arial Black"/>
                <a:cs typeface="Arial Black"/>
                <a:sym typeface="Arial Black"/>
              </a:defRPr>
            </a:lvl7pPr>
            <a:lvl8pPr marR="0" lvl="7" algn="ctr" rtl="0">
              <a:lnSpc>
                <a:spcPct val="100000"/>
              </a:lnSpc>
              <a:spcBef>
                <a:spcPts val="0"/>
              </a:spcBef>
              <a:spcAft>
                <a:spcPts val="0"/>
              </a:spcAft>
              <a:buClr>
                <a:srgbClr val="000000"/>
              </a:buClr>
              <a:buSzPts val="1400"/>
              <a:buFont typeface="Arial"/>
              <a:buNone/>
              <a:defRPr sz="8600" b="0" i="0" u="none" strike="noStrike" cap="none">
                <a:solidFill>
                  <a:srgbClr val="000000"/>
                </a:solidFill>
                <a:latin typeface="Arial Black"/>
                <a:ea typeface="Arial Black"/>
                <a:cs typeface="Arial Black"/>
                <a:sym typeface="Arial Black"/>
              </a:defRPr>
            </a:lvl8pPr>
            <a:lvl9pPr marR="0" lvl="8" algn="ctr" rtl="0">
              <a:lnSpc>
                <a:spcPct val="100000"/>
              </a:lnSpc>
              <a:spcBef>
                <a:spcPts val="0"/>
              </a:spcBef>
              <a:spcAft>
                <a:spcPts val="0"/>
              </a:spcAft>
              <a:buClr>
                <a:srgbClr val="000000"/>
              </a:buClr>
              <a:buSzPts val="1400"/>
              <a:buFont typeface="Arial"/>
              <a:buNone/>
              <a:defRPr sz="8600" b="0" i="0" u="none" strike="noStrike" cap="none">
                <a:solidFill>
                  <a:srgbClr val="000000"/>
                </a:solidFill>
                <a:latin typeface="Arial Black"/>
                <a:ea typeface="Arial Black"/>
                <a:cs typeface="Arial Black"/>
                <a:sym typeface="Arial Black"/>
              </a:defRPr>
            </a:lvl9pPr>
          </a:lstStyle>
          <a:p>
            <a:endParaRPr/>
          </a:p>
        </p:txBody>
      </p:sp>
      <p:sp>
        <p:nvSpPr>
          <p:cNvPr id="64" name="Google Shape;64;p14"/>
          <p:cNvSpPr txBox="1">
            <a:spLocks noGrp="1"/>
          </p:cNvSpPr>
          <p:nvPr>
            <p:ph type="body" idx="1"/>
          </p:nvPr>
        </p:nvSpPr>
        <p:spPr>
          <a:xfrm>
            <a:off x="693738" y="5638800"/>
            <a:ext cx="42190987" cy="27279600"/>
          </a:xfrm>
          <a:prstGeom prst="rect">
            <a:avLst/>
          </a:prstGeom>
          <a:noFill/>
          <a:ln>
            <a:noFill/>
          </a:ln>
        </p:spPr>
        <p:txBody>
          <a:bodyPr spcFirstLastPara="1" wrap="square" lIns="456400" tIns="456400" rIns="456400" bIns="456400" anchor="t" anchorCtr="0">
            <a:noAutofit/>
          </a:bodyPr>
          <a:lstStyle>
            <a:lvl1pPr marL="457200" marR="0" lvl="0"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1pPr>
            <a:lvl2pPr marL="914400" marR="0" lvl="1"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2pPr>
            <a:lvl3pPr marL="1371600" marR="0" lvl="2"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3pPr>
            <a:lvl4pPr marL="1828800" marR="0" lvl="3"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4pPr>
            <a:lvl5pPr marL="2286000" marR="0" lvl="4"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5pPr>
            <a:lvl6pPr marL="2743200" marR="0" lvl="5" indent="-412750" algn="l" rtl="0">
              <a:lnSpc>
                <a:spcPct val="100000"/>
              </a:lnSpc>
              <a:spcBef>
                <a:spcPts val="600"/>
              </a:spcBef>
              <a:spcAft>
                <a:spcPts val="0"/>
              </a:spcAft>
              <a:buClr>
                <a:srgbClr val="000000"/>
              </a:buClr>
              <a:buSzPts val="2900"/>
              <a:buFont typeface="Arial"/>
              <a:buChar char="•"/>
              <a:defRPr sz="2900" b="0" i="0" u="none" strike="noStrike" cap="none">
                <a:solidFill>
                  <a:srgbClr val="000000"/>
                </a:solidFill>
                <a:latin typeface="Arial"/>
                <a:ea typeface="Arial"/>
                <a:cs typeface="Arial"/>
                <a:sym typeface="Arial"/>
              </a:defRPr>
            </a:lvl6pPr>
            <a:lvl7pPr marL="3200400" marR="0" lvl="6" indent="-412750" algn="l" rtl="0">
              <a:lnSpc>
                <a:spcPct val="100000"/>
              </a:lnSpc>
              <a:spcBef>
                <a:spcPts val="600"/>
              </a:spcBef>
              <a:spcAft>
                <a:spcPts val="0"/>
              </a:spcAft>
              <a:buClr>
                <a:srgbClr val="000000"/>
              </a:buClr>
              <a:buSzPts val="2900"/>
              <a:buFont typeface="Arial"/>
              <a:buChar char="•"/>
              <a:defRPr sz="2900" b="0" i="0" u="none" strike="noStrike" cap="none">
                <a:solidFill>
                  <a:srgbClr val="000000"/>
                </a:solidFill>
                <a:latin typeface="Arial"/>
                <a:ea typeface="Arial"/>
                <a:cs typeface="Arial"/>
                <a:sym typeface="Arial"/>
              </a:defRPr>
            </a:lvl7pPr>
            <a:lvl8pPr marL="3657600" marR="0" lvl="7" indent="-412750" algn="l" rtl="0">
              <a:lnSpc>
                <a:spcPct val="100000"/>
              </a:lnSpc>
              <a:spcBef>
                <a:spcPts val="600"/>
              </a:spcBef>
              <a:spcAft>
                <a:spcPts val="0"/>
              </a:spcAft>
              <a:buClr>
                <a:srgbClr val="000000"/>
              </a:buClr>
              <a:buSzPts val="2900"/>
              <a:buFont typeface="Arial"/>
              <a:buChar char="•"/>
              <a:defRPr sz="2900" b="0" i="0" u="none" strike="noStrike" cap="none">
                <a:solidFill>
                  <a:srgbClr val="000000"/>
                </a:solidFill>
                <a:latin typeface="Arial"/>
                <a:ea typeface="Arial"/>
                <a:cs typeface="Arial"/>
                <a:sym typeface="Arial"/>
              </a:defRPr>
            </a:lvl8pPr>
            <a:lvl9pPr marL="4114800" marR="0" lvl="8" indent="-412750" algn="l" rtl="0">
              <a:lnSpc>
                <a:spcPct val="100000"/>
              </a:lnSpc>
              <a:spcBef>
                <a:spcPts val="600"/>
              </a:spcBef>
              <a:spcAft>
                <a:spcPts val="0"/>
              </a:spcAft>
              <a:buClr>
                <a:srgbClr val="000000"/>
              </a:buClr>
              <a:buSzPts val="2900"/>
              <a:buFont typeface="Arial"/>
              <a:buChar char="•"/>
              <a:defRPr sz="29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jp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jpe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2B2B2"/>
        </a:solidFill>
        <a:effectLst/>
      </p:bgPr>
    </p:bg>
    <p:spTree>
      <p:nvGrpSpPr>
        <p:cNvPr id="1" name="Shape 71"/>
        <p:cNvGrpSpPr/>
        <p:nvPr/>
      </p:nvGrpSpPr>
      <p:grpSpPr>
        <a:xfrm>
          <a:off x="0" y="0"/>
          <a:ext cx="0" cy="0"/>
          <a:chOff x="0" y="0"/>
          <a:chExt cx="0" cy="0"/>
        </a:xfrm>
      </p:grpSpPr>
      <p:pic>
        <p:nvPicPr>
          <p:cNvPr id="74" name="Google Shape;74;p1"/>
          <p:cNvPicPr preferRelativeResize="0"/>
          <p:nvPr/>
        </p:nvPicPr>
        <p:blipFill rotWithShape="1">
          <a:blip r:embed="rId3">
            <a:alphaModFix/>
          </a:blip>
          <a:srcRect/>
          <a:stretch/>
        </p:blipFill>
        <p:spPr>
          <a:xfrm>
            <a:off x="37315153" y="621750"/>
            <a:ext cx="6083696" cy="3967800"/>
          </a:xfrm>
          <a:prstGeom prst="rect">
            <a:avLst/>
          </a:prstGeom>
          <a:noFill/>
          <a:ln>
            <a:noFill/>
          </a:ln>
        </p:spPr>
      </p:pic>
      <p:sp>
        <p:nvSpPr>
          <p:cNvPr id="75" name="Google Shape;75;p1"/>
          <p:cNvSpPr/>
          <p:nvPr/>
        </p:nvSpPr>
        <p:spPr>
          <a:xfrm>
            <a:off x="33055050" y="5635325"/>
            <a:ext cx="9989100" cy="579300"/>
          </a:xfrm>
          <a:prstGeom prst="rect">
            <a:avLst/>
          </a:prstGeom>
          <a:solidFill>
            <a:srgbClr val="104F01"/>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Cybersecurity and Blockchain</a:t>
            </a:r>
            <a:endParaRPr sz="3600" i="0" u="none" strike="noStrike" cap="none" dirty="0">
              <a:solidFill>
                <a:srgbClr val="000000"/>
              </a:solidFill>
              <a:latin typeface="Garamond"/>
              <a:ea typeface="Garamond"/>
              <a:cs typeface="Garamond"/>
              <a:sym typeface="Garamond"/>
            </a:endParaRPr>
          </a:p>
        </p:txBody>
      </p:sp>
      <p:sp>
        <p:nvSpPr>
          <p:cNvPr id="76" name="Google Shape;76;p1"/>
          <p:cNvSpPr txBox="1"/>
          <p:nvPr/>
        </p:nvSpPr>
        <p:spPr>
          <a:xfrm>
            <a:off x="696409" y="6277675"/>
            <a:ext cx="9982200" cy="20479412"/>
          </a:xfrm>
          <a:prstGeom prst="rect">
            <a:avLst/>
          </a:prstGeom>
          <a:noFill/>
          <a:ln>
            <a:noFill/>
          </a:ln>
        </p:spPr>
        <p:txBody>
          <a:bodyPr spcFirstLastPara="1" wrap="square" lIns="91425" tIns="45700" rIns="91425" bIns="45700" anchor="t" anchorCtr="0">
            <a:spAutoFit/>
          </a:bodyPr>
          <a:lstStyle/>
          <a:p>
            <a:pPr lvl="0">
              <a:lnSpc>
                <a:spcPct val="115000"/>
              </a:lnSpc>
              <a:buClr>
                <a:schemeClr val="dk1"/>
              </a:buClr>
              <a:buSzPts val="1100"/>
            </a:pPr>
            <a:r>
              <a:rPr lang="en-US" sz="3200" dirty="0">
                <a:solidFill>
                  <a:schemeClr val="dk1"/>
                </a:solidFill>
                <a:highlight>
                  <a:srgbClr val="FFFFFF"/>
                </a:highlight>
                <a:latin typeface="Garamond" panose="02020404030301010803" pitchFamily="18" charset="0"/>
              </a:rPr>
              <a:t>This project presents the design and implementation of a Fast Transaction/Member Checker developed in C++ to demonstrate the practical use of a Bloom Filter, a space-efficient data structure used for fast membership checking. The primary goal of the application is to show how transaction or member IDs can be checked efficiently while using a small amount of memory.</a:t>
            </a:r>
          </a:p>
          <a:p>
            <a:pPr lvl="0">
              <a:lnSpc>
                <a:spcPct val="115000"/>
              </a:lnSpc>
              <a:buClr>
                <a:schemeClr val="dk1"/>
              </a:buClr>
              <a:buSzPts val="1100"/>
            </a:pPr>
            <a:endParaRPr lang="en-US" sz="3200" dirty="0">
              <a:solidFill>
                <a:schemeClr val="dk1"/>
              </a:solidFill>
              <a:highlight>
                <a:srgbClr val="FFFFFF"/>
              </a:highlight>
              <a:latin typeface="Garamond" panose="02020404030301010803" pitchFamily="18" charset="0"/>
            </a:endParaRPr>
          </a:p>
          <a:p>
            <a:pPr lvl="0">
              <a:lnSpc>
                <a:spcPct val="115000"/>
              </a:lnSpc>
              <a:buClr>
                <a:schemeClr val="dk1"/>
              </a:buClr>
              <a:buSzPts val="1100"/>
            </a:pPr>
            <a:r>
              <a:rPr lang="en-US" sz="3200" dirty="0">
                <a:solidFill>
                  <a:schemeClr val="dk1"/>
                </a:solidFill>
                <a:highlight>
                  <a:srgbClr val="FFFFFF"/>
                </a:highlight>
                <a:latin typeface="Garamond" panose="02020404030301010803" pitchFamily="18" charset="0"/>
              </a:rPr>
              <a:t>The application provides a simple, menu-based interface that allows users to add transaction or member IDs, check whether an ID might exist in the filter, and display the current state of the Bloom Filter as a bit array. The program uses hash functions to map each ID to specific positions in the bit array. When checking an ID, the application determines whether it is definitely absent or might be present. Since Bloom Filters can produce false positives, a possible match does not guarantee that the ID actually exists.</a:t>
            </a:r>
          </a:p>
          <a:p>
            <a:pPr lvl="0">
              <a:lnSpc>
                <a:spcPct val="115000"/>
              </a:lnSpc>
              <a:buClr>
                <a:schemeClr val="dk1"/>
              </a:buClr>
              <a:buSzPts val="1100"/>
            </a:pPr>
            <a:endParaRPr lang="en-US" sz="3200" dirty="0">
              <a:solidFill>
                <a:schemeClr val="dk1"/>
              </a:solidFill>
              <a:highlight>
                <a:srgbClr val="FFFFFF"/>
              </a:highlight>
              <a:latin typeface="Garamond" panose="02020404030301010803" pitchFamily="18" charset="0"/>
            </a:endParaRPr>
          </a:p>
          <a:p>
            <a:pPr lvl="0">
              <a:lnSpc>
                <a:spcPct val="115000"/>
              </a:lnSpc>
              <a:buClr>
                <a:schemeClr val="dk1"/>
              </a:buClr>
              <a:buSzPts val="1100"/>
            </a:pPr>
            <a:r>
              <a:rPr lang="en-US" sz="3200" dirty="0">
                <a:solidFill>
                  <a:schemeClr val="dk1"/>
                </a:solidFill>
                <a:highlight>
                  <a:srgbClr val="FFFFFF"/>
                </a:highlight>
                <a:latin typeface="Garamond" panose="02020404030301010803" pitchFamily="18" charset="0"/>
              </a:rPr>
              <a:t>The system is developed using fundamental C++ concepts, including classes, member functions, vectors, conditional statements, loops, and input validation. The </a:t>
            </a:r>
            <a:r>
              <a:rPr lang="en-US" sz="3200" dirty="0" err="1">
                <a:solidFill>
                  <a:schemeClr val="dk1"/>
                </a:solidFill>
                <a:highlight>
                  <a:srgbClr val="FFFFFF"/>
                </a:highlight>
                <a:latin typeface="Garamond" panose="02020404030301010803" pitchFamily="18" charset="0"/>
              </a:rPr>
              <a:t>BloomFilter</a:t>
            </a:r>
            <a:r>
              <a:rPr lang="en-US" sz="3200" dirty="0">
                <a:solidFill>
                  <a:schemeClr val="dk1"/>
                </a:solidFill>
                <a:highlight>
                  <a:srgbClr val="FFFFFF"/>
                </a:highlight>
                <a:latin typeface="Garamond" panose="02020404030301010803" pitchFamily="18" charset="0"/>
              </a:rPr>
              <a:t> class manages the bit array and implements the operations for adding, checking, and displaying IDs, while the main program handles the menu and user interaction. This modular structure keeps the application simple and makes the data structure easier to understand and demonstrate.</a:t>
            </a:r>
          </a:p>
          <a:p>
            <a:pPr lvl="0">
              <a:lnSpc>
                <a:spcPct val="115000"/>
              </a:lnSpc>
              <a:buClr>
                <a:schemeClr val="dk1"/>
              </a:buClr>
              <a:buSzPts val="1100"/>
            </a:pPr>
            <a:endParaRPr lang="en-US" sz="3200" dirty="0">
              <a:solidFill>
                <a:schemeClr val="dk1"/>
              </a:solidFill>
              <a:highlight>
                <a:srgbClr val="FFFFFF"/>
              </a:highlight>
              <a:latin typeface="Garamond" panose="02020404030301010803" pitchFamily="18" charset="0"/>
            </a:endParaRPr>
          </a:p>
          <a:p>
            <a:pPr lvl="0">
              <a:lnSpc>
                <a:spcPct val="115000"/>
              </a:lnSpc>
              <a:buClr>
                <a:schemeClr val="dk1"/>
              </a:buClr>
              <a:buSzPts val="1100"/>
            </a:pPr>
            <a:r>
              <a:rPr lang="en-US" sz="3200" dirty="0">
                <a:solidFill>
                  <a:schemeClr val="dk1"/>
                </a:solidFill>
                <a:highlight>
                  <a:srgbClr val="FFFFFF"/>
                </a:highlight>
                <a:latin typeface="Garamond" panose="02020404030301010803" pitchFamily="18" charset="0"/>
              </a:rPr>
              <a:t>This project demonstrates how Bloom Filters can help improve the efficiency of membership checks in applications that process large amounts of data. It also introduces the importance of probabilistic data structures in areas such as databases, distributed systems, blockchain, and cybersecurity. Through this implementation, the project highlights the balance between speed, memory usage, and accuracy when selecting data structures for real-world problems.</a:t>
            </a:r>
          </a:p>
          <a:p>
            <a:pPr lvl="0">
              <a:lnSpc>
                <a:spcPct val="115000"/>
              </a:lnSpc>
              <a:buClr>
                <a:schemeClr val="dk1"/>
              </a:buClr>
              <a:buSzPts val="1100"/>
            </a:pPr>
            <a:endParaRPr lang="en-US" sz="3200" dirty="0">
              <a:solidFill>
                <a:schemeClr val="dk1"/>
              </a:solidFill>
              <a:highlight>
                <a:srgbClr val="FFFFFF"/>
              </a:highlight>
            </a:endParaRPr>
          </a:p>
        </p:txBody>
      </p:sp>
      <p:sp>
        <p:nvSpPr>
          <p:cNvPr id="77" name="Google Shape;77;p1"/>
          <p:cNvSpPr/>
          <p:nvPr/>
        </p:nvSpPr>
        <p:spPr>
          <a:xfrm>
            <a:off x="689075" y="27649450"/>
            <a:ext cx="9982200" cy="579300"/>
          </a:xfrm>
          <a:prstGeom prst="rect">
            <a:avLst/>
          </a:prstGeom>
          <a:solidFill>
            <a:srgbClr val="104F01"/>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i="0" u="none" strike="noStrike" cap="none">
                <a:solidFill>
                  <a:srgbClr val="F8F8F8"/>
                </a:solidFill>
                <a:latin typeface="Garamond"/>
                <a:ea typeface="Garamond"/>
                <a:cs typeface="Garamond"/>
                <a:sym typeface="Garamond"/>
              </a:rPr>
              <a:t>Technolog</a:t>
            </a:r>
            <a:r>
              <a:rPr lang="en-US" sz="3600" b="1">
                <a:solidFill>
                  <a:srgbClr val="F8F8F8"/>
                </a:solidFill>
                <a:latin typeface="Garamond"/>
                <a:ea typeface="Garamond"/>
                <a:cs typeface="Garamond"/>
                <a:sym typeface="Garamond"/>
              </a:rPr>
              <a:t>ies </a:t>
            </a:r>
            <a:r>
              <a:rPr lang="en-US" sz="3600" b="1" i="0" u="none" strike="noStrike" cap="none">
                <a:solidFill>
                  <a:srgbClr val="F8F8F8"/>
                </a:solidFill>
                <a:latin typeface="Garamond"/>
                <a:ea typeface="Garamond"/>
                <a:cs typeface="Garamond"/>
                <a:sym typeface="Garamond"/>
              </a:rPr>
              <a:t>Used</a:t>
            </a:r>
            <a:endParaRPr sz="3600" i="0" u="none" strike="noStrike" cap="none">
              <a:solidFill>
                <a:srgbClr val="000000"/>
              </a:solidFill>
              <a:latin typeface="Garamond"/>
              <a:ea typeface="Garamond"/>
              <a:cs typeface="Garamond"/>
              <a:sym typeface="Garamond"/>
            </a:endParaRPr>
          </a:p>
        </p:txBody>
      </p:sp>
      <p:sp>
        <p:nvSpPr>
          <p:cNvPr id="78" name="Google Shape;78;p1"/>
          <p:cNvSpPr txBox="1"/>
          <p:nvPr/>
        </p:nvSpPr>
        <p:spPr>
          <a:xfrm>
            <a:off x="6527397" y="186543"/>
            <a:ext cx="30872400" cy="512443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800"/>
              <a:buFont typeface="Arial"/>
              <a:buNone/>
            </a:pPr>
            <a:r>
              <a:rPr lang="en-US" sz="7200" b="1" dirty="0">
                <a:solidFill>
                  <a:srgbClr val="FFFFFF"/>
                </a:solidFill>
                <a:latin typeface="Garamond" panose="02020404030301010803" pitchFamily="18" charset="0"/>
              </a:rPr>
              <a:t>Fast Transaction/Member Checker Using </a:t>
            </a:r>
          </a:p>
          <a:p>
            <a:pPr marL="0" marR="0" lvl="0" indent="0" algn="ctr" rtl="0">
              <a:lnSpc>
                <a:spcPct val="100000"/>
              </a:lnSpc>
              <a:spcBef>
                <a:spcPts val="0"/>
              </a:spcBef>
              <a:spcAft>
                <a:spcPts val="0"/>
              </a:spcAft>
              <a:buClr>
                <a:srgbClr val="000000"/>
              </a:buClr>
              <a:buSzPts val="5800"/>
              <a:buFont typeface="Arial"/>
              <a:buNone/>
            </a:pPr>
            <a:r>
              <a:rPr lang="en-US" sz="7200" b="1" i="0" u="none" strike="noStrike" cap="none" dirty="0">
                <a:solidFill>
                  <a:srgbClr val="FFFFFF"/>
                </a:solidFill>
                <a:latin typeface="Garamond" panose="02020404030301010803" pitchFamily="18" charset="0"/>
                <a:sym typeface="Arial"/>
              </a:rPr>
              <a:t>a Bloom Filter</a:t>
            </a:r>
            <a:endParaRPr sz="7200" b="1" i="0" u="none" strike="noStrike" cap="none" dirty="0">
              <a:solidFill>
                <a:srgbClr val="FFFFFF"/>
              </a:solidFill>
              <a:latin typeface="Garamond" panose="02020404030301010803" pitchFamily="18" charset="0"/>
              <a:sym typeface="Arial"/>
            </a:endParaRPr>
          </a:p>
          <a:p>
            <a:pPr marL="0" marR="0" lvl="0" indent="0" algn="ctr" rtl="0">
              <a:lnSpc>
                <a:spcPct val="100000"/>
              </a:lnSpc>
              <a:spcBef>
                <a:spcPts val="2400"/>
              </a:spcBef>
              <a:spcAft>
                <a:spcPts val="0"/>
              </a:spcAft>
              <a:buClr>
                <a:srgbClr val="000000"/>
              </a:buClr>
              <a:buSzPts val="4300"/>
              <a:buFont typeface="Arial"/>
              <a:buNone/>
            </a:pPr>
            <a:r>
              <a:rPr lang="en-US" sz="5400" b="1" dirty="0">
                <a:solidFill>
                  <a:srgbClr val="FFFFFF"/>
                </a:solidFill>
                <a:latin typeface="Garamond" panose="02020404030301010803" pitchFamily="18" charset="0"/>
              </a:rPr>
              <a:t>Rajendra Prasad Joshi</a:t>
            </a:r>
            <a:endParaRPr sz="1100" b="0" i="0" u="none" strike="noStrike" cap="none" dirty="0">
              <a:solidFill>
                <a:srgbClr val="000000"/>
              </a:solidFill>
              <a:latin typeface="Garamond" panose="02020404030301010803" pitchFamily="18" charset="0"/>
              <a:sym typeface="Arial"/>
            </a:endParaRPr>
          </a:p>
          <a:p>
            <a:pPr marL="0" marR="0" lvl="0" indent="0" algn="ctr" rtl="0">
              <a:lnSpc>
                <a:spcPct val="100000"/>
              </a:lnSpc>
              <a:spcBef>
                <a:spcPts val="2400"/>
              </a:spcBef>
              <a:spcAft>
                <a:spcPts val="0"/>
              </a:spcAft>
              <a:buClr>
                <a:srgbClr val="000000"/>
              </a:buClr>
              <a:buSzPts val="4300"/>
              <a:buFont typeface="Arial"/>
              <a:buNone/>
            </a:pPr>
            <a:r>
              <a:rPr lang="en-US" sz="4300" b="1" i="0" u="none" strike="noStrike" cap="none" dirty="0">
                <a:solidFill>
                  <a:srgbClr val="FFFFFF"/>
                </a:solidFill>
                <a:latin typeface="Garamond" panose="02020404030301010803" pitchFamily="18" charset="0"/>
                <a:sym typeface="Arial"/>
              </a:rPr>
              <a:t>Faculty Advisor: Dr. Victor Govindaswamy</a:t>
            </a:r>
            <a:endParaRPr sz="900" b="0" i="0" u="none" strike="noStrike" cap="none" dirty="0">
              <a:solidFill>
                <a:srgbClr val="000000"/>
              </a:solidFill>
              <a:latin typeface="Garamond" panose="02020404030301010803" pitchFamily="18" charset="0"/>
              <a:sym typeface="Arial"/>
            </a:endParaRPr>
          </a:p>
          <a:p>
            <a:pPr marL="0" marR="0" lvl="0" indent="0" algn="ctr" rtl="0">
              <a:lnSpc>
                <a:spcPct val="100000"/>
              </a:lnSpc>
              <a:spcBef>
                <a:spcPts val="1800"/>
              </a:spcBef>
              <a:spcAft>
                <a:spcPts val="0"/>
              </a:spcAft>
              <a:buClr>
                <a:srgbClr val="000000"/>
              </a:buClr>
              <a:buSzPts val="3100"/>
              <a:buFont typeface="Arial"/>
              <a:buNone/>
            </a:pPr>
            <a:r>
              <a:rPr lang="en-US" sz="3100" b="1" i="0" u="none" strike="noStrike" cap="none" dirty="0">
                <a:solidFill>
                  <a:srgbClr val="FFFFFF"/>
                </a:solidFill>
                <a:latin typeface="Garamond" panose="02020404030301010803" pitchFamily="18" charset="0"/>
                <a:sym typeface="Arial"/>
              </a:rPr>
              <a:t>Concordia University Chicago</a:t>
            </a:r>
            <a:endParaRPr sz="900" b="0" i="0" u="none" strike="noStrike" cap="none" dirty="0">
              <a:solidFill>
                <a:srgbClr val="000000"/>
              </a:solidFill>
              <a:latin typeface="Garamond" panose="02020404030301010803" pitchFamily="18" charset="0"/>
              <a:sym typeface="Arial"/>
            </a:endParaRPr>
          </a:p>
        </p:txBody>
      </p:sp>
      <p:sp>
        <p:nvSpPr>
          <p:cNvPr id="82" name="Google Shape;82;p1"/>
          <p:cNvSpPr/>
          <p:nvPr/>
        </p:nvSpPr>
        <p:spPr>
          <a:xfrm>
            <a:off x="11487550" y="16009695"/>
            <a:ext cx="9982200" cy="579300"/>
          </a:xfrm>
          <a:prstGeom prst="rect">
            <a:avLst/>
          </a:prstGeom>
          <a:solidFill>
            <a:srgbClr val="104F01"/>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What is Bloom Filter</a:t>
            </a:r>
            <a:endParaRPr sz="3600" i="0" u="none" strike="noStrike" cap="none" dirty="0">
              <a:solidFill>
                <a:srgbClr val="000000"/>
              </a:solidFill>
              <a:latin typeface="Garamond"/>
              <a:ea typeface="Garamond"/>
              <a:cs typeface="Garamond"/>
              <a:sym typeface="Garamond"/>
            </a:endParaRPr>
          </a:p>
        </p:txBody>
      </p:sp>
      <p:sp>
        <p:nvSpPr>
          <p:cNvPr id="84" name="Google Shape;84;p1"/>
          <p:cNvSpPr/>
          <p:nvPr/>
        </p:nvSpPr>
        <p:spPr>
          <a:xfrm>
            <a:off x="33061800" y="16756206"/>
            <a:ext cx="9982200" cy="579300"/>
          </a:xfrm>
          <a:prstGeom prst="rect">
            <a:avLst/>
          </a:prstGeom>
          <a:solidFill>
            <a:srgbClr val="104F01"/>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i="0" u="none" strike="noStrike" cap="none" dirty="0">
                <a:solidFill>
                  <a:srgbClr val="F8F8F8"/>
                </a:solidFill>
                <a:latin typeface="Garamond"/>
                <a:ea typeface="Garamond"/>
                <a:cs typeface="Garamond"/>
                <a:sym typeface="Garamond"/>
              </a:rPr>
              <a:t>Code</a:t>
            </a:r>
            <a:endParaRPr sz="3600" i="0" u="none" strike="noStrike" cap="none" dirty="0">
              <a:solidFill>
                <a:srgbClr val="000000"/>
              </a:solidFill>
              <a:latin typeface="Garamond"/>
              <a:ea typeface="Garamond"/>
              <a:cs typeface="Garamond"/>
              <a:sym typeface="Garamond"/>
            </a:endParaRPr>
          </a:p>
        </p:txBody>
      </p:sp>
      <p:sp>
        <p:nvSpPr>
          <p:cNvPr id="89" name="Google Shape;89;p1"/>
          <p:cNvSpPr/>
          <p:nvPr/>
        </p:nvSpPr>
        <p:spPr>
          <a:xfrm>
            <a:off x="22283050" y="5620940"/>
            <a:ext cx="9977100" cy="579300"/>
          </a:xfrm>
          <a:prstGeom prst="rect">
            <a:avLst/>
          </a:prstGeom>
          <a:solidFill>
            <a:srgbClr val="104F01"/>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Major Operations</a:t>
            </a:r>
            <a:endParaRPr sz="3600" i="0" u="none" strike="noStrike" cap="none" dirty="0">
              <a:solidFill>
                <a:srgbClr val="000000"/>
              </a:solidFill>
              <a:latin typeface="Garamond"/>
              <a:ea typeface="Garamond"/>
              <a:cs typeface="Garamond"/>
              <a:sym typeface="Garamond"/>
            </a:endParaRPr>
          </a:p>
        </p:txBody>
      </p:sp>
      <p:sp>
        <p:nvSpPr>
          <p:cNvPr id="91" name="Google Shape;91;p1"/>
          <p:cNvSpPr/>
          <p:nvPr/>
        </p:nvSpPr>
        <p:spPr>
          <a:xfrm>
            <a:off x="22275375" y="10604375"/>
            <a:ext cx="9989100" cy="579300"/>
          </a:xfrm>
          <a:prstGeom prst="rect">
            <a:avLst/>
          </a:prstGeom>
          <a:solidFill>
            <a:srgbClr val="104F01"/>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i="0" u="none" strike="noStrike" cap="none" dirty="0">
                <a:solidFill>
                  <a:srgbClr val="F8F8F8"/>
                </a:solidFill>
                <a:latin typeface="Garamond"/>
                <a:ea typeface="Garamond"/>
                <a:cs typeface="Garamond"/>
                <a:sym typeface="Garamond"/>
              </a:rPr>
              <a:t>Time Complexity and Space</a:t>
            </a:r>
            <a:endParaRPr sz="3600" i="0" u="none" strike="noStrike" cap="none" dirty="0">
              <a:solidFill>
                <a:srgbClr val="000000"/>
              </a:solidFill>
              <a:latin typeface="Garamond"/>
              <a:ea typeface="Garamond"/>
              <a:cs typeface="Garamond"/>
              <a:sym typeface="Garamond"/>
            </a:endParaRPr>
          </a:p>
        </p:txBody>
      </p:sp>
      <p:pic>
        <p:nvPicPr>
          <p:cNvPr id="99" name="Google Shape;99;p1"/>
          <p:cNvPicPr preferRelativeResize="0"/>
          <p:nvPr/>
        </p:nvPicPr>
        <p:blipFill>
          <a:blip r:embed="rId4">
            <a:alphaModFix/>
          </a:blip>
          <a:stretch>
            <a:fillRect/>
          </a:stretch>
        </p:blipFill>
        <p:spPr>
          <a:xfrm>
            <a:off x="325451" y="28977375"/>
            <a:ext cx="3119450" cy="2342159"/>
          </a:xfrm>
          <a:prstGeom prst="rect">
            <a:avLst/>
          </a:prstGeom>
          <a:noFill/>
          <a:ln>
            <a:noFill/>
          </a:ln>
        </p:spPr>
      </p:pic>
      <p:sp>
        <p:nvSpPr>
          <p:cNvPr id="122" name="Google Shape;122;p1"/>
          <p:cNvSpPr/>
          <p:nvPr/>
        </p:nvSpPr>
        <p:spPr>
          <a:xfrm>
            <a:off x="11483725" y="22436392"/>
            <a:ext cx="9986025" cy="544275"/>
          </a:xfrm>
          <a:prstGeom prst="rect">
            <a:avLst/>
          </a:prstGeom>
          <a:solidFill>
            <a:srgbClr val="104F01"/>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i="0" u="none" strike="noStrike" cap="none" dirty="0">
                <a:solidFill>
                  <a:srgbClr val="F8F8F8"/>
                </a:solidFill>
                <a:latin typeface="Garamond"/>
                <a:ea typeface="Garamond"/>
                <a:cs typeface="Garamond"/>
                <a:sym typeface="Garamond"/>
              </a:rPr>
              <a:t>How the data </a:t>
            </a:r>
            <a:r>
              <a:rPr lang="en-US" sz="3600" b="1" i="0" u="none" strike="noStrike" cap="none">
                <a:solidFill>
                  <a:srgbClr val="F8F8F8"/>
                </a:solidFill>
                <a:latin typeface="Garamond"/>
                <a:ea typeface="Garamond"/>
                <a:cs typeface="Garamond"/>
                <a:sym typeface="Garamond"/>
              </a:rPr>
              <a:t>is organized?</a:t>
            </a:r>
            <a:endParaRPr sz="3600" i="0" u="none" strike="noStrike" cap="none" dirty="0">
              <a:solidFill>
                <a:srgbClr val="000000"/>
              </a:solidFill>
              <a:latin typeface="Garamond"/>
              <a:ea typeface="Garamond"/>
              <a:cs typeface="Garamond"/>
              <a:sym typeface="Garamond"/>
            </a:endParaRPr>
          </a:p>
        </p:txBody>
      </p:sp>
      <p:sp>
        <p:nvSpPr>
          <p:cNvPr id="124" name="Google Shape;124;p1"/>
          <p:cNvSpPr/>
          <p:nvPr/>
        </p:nvSpPr>
        <p:spPr>
          <a:xfrm>
            <a:off x="686100" y="5638875"/>
            <a:ext cx="9982200" cy="579300"/>
          </a:xfrm>
          <a:prstGeom prst="rect">
            <a:avLst/>
          </a:prstGeom>
          <a:solidFill>
            <a:srgbClr val="104F01"/>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a:solidFill>
                  <a:srgbClr val="F8F8F8"/>
                </a:solidFill>
                <a:latin typeface="Garamond"/>
                <a:ea typeface="Garamond"/>
                <a:cs typeface="Garamond"/>
                <a:sym typeface="Garamond"/>
              </a:rPr>
              <a:t>Abstract</a:t>
            </a:r>
            <a:endParaRPr sz="3600" i="0" u="none" strike="noStrike" cap="none">
              <a:solidFill>
                <a:srgbClr val="000000"/>
              </a:solidFill>
              <a:latin typeface="Garamond"/>
              <a:ea typeface="Garamond"/>
              <a:cs typeface="Garamond"/>
              <a:sym typeface="Garamond"/>
            </a:endParaRPr>
          </a:p>
        </p:txBody>
      </p:sp>
      <p:pic>
        <p:nvPicPr>
          <p:cNvPr id="2" name="Picture 1" descr="CSCUCV1Big.jpg">
            <a:extLst>
              <a:ext uri="{FF2B5EF4-FFF2-40B4-BE49-F238E27FC236}">
                <a16:creationId xmlns:a16="http://schemas.microsoft.com/office/drawing/2014/main" id="{187345C8-ABC2-0BF8-5280-A751B488195A}"/>
              </a:ext>
            </a:extLst>
          </p:cNvPr>
          <p:cNvPicPr>
            <a:picLocks noChangeAspect="1"/>
          </p:cNvPicPr>
          <p:nvPr/>
        </p:nvPicPr>
        <p:blipFill>
          <a:blip r:embed="rId5" cstate="print"/>
          <a:stretch>
            <a:fillRect/>
          </a:stretch>
        </p:blipFill>
        <p:spPr>
          <a:xfrm>
            <a:off x="10714314" y="2097114"/>
            <a:ext cx="1849898" cy="2390475"/>
          </a:xfrm>
          <a:prstGeom prst="rect">
            <a:avLst/>
          </a:prstGeom>
        </p:spPr>
      </p:pic>
      <p:pic>
        <p:nvPicPr>
          <p:cNvPr id="3" name="Picture 2" descr="CSCUCV1Big.jpg">
            <a:extLst>
              <a:ext uri="{FF2B5EF4-FFF2-40B4-BE49-F238E27FC236}">
                <a16:creationId xmlns:a16="http://schemas.microsoft.com/office/drawing/2014/main" id="{10133330-F11B-8F00-F989-4A0B9CEB07DB}"/>
              </a:ext>
            </a:extLst>
          </p:cNvPr>
          <p:cNvPicPr>
            <a:picLocks noChangeAspect="1"/>
          </p:cNvPicPr>
          <p:nvPr/>
        </p:nvPicPr>
        <p:blipFill>
          <a:blip r:embed="rId5" cstate="print"/>
          <a:stretch>
            <a:fillRect/>
          </a:stretch>
        </p:blipFill>
        <p:spPr>
          <a:xfrm>
            <a:off x="32130101" y="2097114"/>
            <a:ext cx="1849898" cy="2390475"/>
          </a:xfrm>
          <a:prstGeom prst="rect">
            <a:avLst/>
          </a:prstGeom>
        </p:spPr>
      </p:pic>
      <p:sp>
        <p:nvSpPr>
          <p:cNvPr id="4" name="Google Shape;82;p1">
            <a:extLst>
              <a:ext uri="{FF2B5EF4-FFF2-40B4-BE49-F238E27FC236}">
                <a16:creationId xmlns:a16="http://schemas.microsoft.com/office/drawing/2014/main" id="{A7067EA1-8ACC-9755-78B2-6033F072FAEC}"/>
              </a:ext>
            </a:extLst>
          </p:cNvPr>
          <p:cNvSpPr/>
          <p:nvPr/>
        </p:nvSpPr>
        <p:spPr>
          <a:xfrm>
            <a:off x="11487550" y="5638875"/>
            <a:ext cx="9982200" cy="579300"/>
          </a:xfrm>
          <a:prstGeom prst="rect">
            <a:avLst/>
          </a:prstGeom>
          <a:solidFill>
            <a:srgbClr val="104F01"/>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Future Functionality Enhancements</a:t>
            </a:r>
            <a:endParaRPr sz="3600" i="0" u="none" strike="noStrike" cap="none" dirty="0">
              <a:solidFill>
                <a:srgbClr val="000000"/>
              </a:solidFill>
              <a:latin typeface="Garamond"/>
              <a:ea typeface="Garamond"/>
              <a:cs typeface="Garamond"/>
              <a:sym typeface="Garamond"/>
            </a:endParaRPr>
          </a:p>
        </p:txBody>
      </p:sp>
      <p:sp>
        <p:nvSpPr>
          <p:cNvPr id="5" name="Google Shape;83;p1">
            <a:extLst>
              <a:ext uri="{FF2B5EF4-FFF2-40B4-BE49-F238E27FC236}">
                <a16:creationId xmlns:a16="http://schemas.microsoft.com/office/drawing/2014/main" id="{0E44522B-F458-4CFE-AF4D-8EBAAFCB4655}"/>
              </a:ext>
            </a:extLst>
          </p:cNvPr>
          <p:cNvSpPr txBox="1"/>
          <p:nvPr/>
        </p:nvSpPr>
        <p:spPr>
          <a:xfrm>
            <a:off x="11561054" y="6286956"/>
            <a:ext cx="9960000" cy="9627221"/>
          </a:xfrm>
          <a:prstGeom prst="rect">
            <a:avLst/>
          </a:prstGeom>
          <a:noFill/>
          <a:ln>
            <a:noFill/>
          </a:ln>
        </p:spPr>
        <p:txBody>
          <a:bodyPr spcFirstLastPara="1" wrap="square" lIns="91425" tIns="91425" rIns="91425" bIns="91425" anchor="t" anchorCtr="0">
            <a:spAutoFit/>
          </a:bodyPr>
          <a:lstStyle/>
          <a:p>
            <a:pPr lvl="0">
              <a:lnSpc>
                <a:spcPct val="115000"/>
              </a:lnSpc>
              <a:buClr>
                <a:schemeClr val="dk1"/>
              </a:buClr>
              <a:buSzPts val="1100"/>
            </a:pPr>
            <a:r>
              <a:rPr lang="en-US" sz="3600" dirty="0">
                <a:solidFill>
                  <a:schemeClr val="dk1"/>
                </a:solidFill>
                <a:highlight>
                  <a:srgbClr val="FFFFFF"/>
                </a:highlight>
                <a:latin typeface="Garamond" panose="02020404030301010803" pitchFamily="18" charset="0"/>
              </a:rPr>
              <a:t>Future enhancements could include connecting the application to a database to verify IDs that the Bloom Filter identifies as possible matches. The program could also support configurable bit-array sizes, additional hash functions, and measurements of false-positive rates to demonstrate how these choices affect performance. Further development could explore blockchain-related applications, such as screening transaction records or event logs before performing more detailed checks. A graphical user interface, persistent data storage, and more advanced testing could also be introduced to make the application more practical while retaining its primary purpose as an educational demonstration of Bloom Filters.</a:t>
            </a:r>
          </a:p>
          <a:p>
            <a:pPr marL="0" marR="0" lvl="0" indent="0" algn="l" rtl="0">
              <a:lnSpc>
                <a:spcPct val="100000"/>
              </a:lnSpc>
              <a:spcBef>
                <a:spcPts val="0"/>
              </a:spcBef>
              <a:spcAft>
                <a:spcPts val="0"/>
              </a:spcAft>
              <a:buClr>
                <a:srgbClr val="000000"/>
              </a:buClr>
              <a:buSzPts val="2900"/>
              <a:buFont typeface="Arial"/>
              <a:buNone/>
            </a:pPr>
            <a:endParaRPr lang="en-US" sz="3400" dirty="0">
              <a:latin typeface="Garamond"/>
              <a:ea typeface="Garamond"/>
              <a:cs typeface="Garamond"/>
              <a:sym typeface="Garamond"/>
            </a:endParaRPr>
          </a:p>
        </p:txBody>
      </p:sp>
      <p:pic>
        <p:nvPicPr>
          <p:cNvPr id="13" name="Picture 12">
            <a:extLst>
              <a:ext uri="{FF2B5EF4-FFF2-40B4-BE49-F238E27FC236}">
                <a16:creationId xmlns:a16="http://schemas.microsoft.com/office/drawing/2014/main" id="{F84E0DA0-A371-BF4B-C547-9158E759F086}"/>
              </a:ext>
            </a:extLst>
          </p:cNvPr>
          <p:cNvPicPr>
            <a:picLocks noChangeAspect="1"/>
          </p:cNvPicPr>
          <p:nvPr/>
        </p:nvPicPr>
        <p:blipFill>
          <a:blip r:embed="rId6"/>
          <a:stretch>
            <a:fillRect/>
          </a:stretch>
        </p:blipFill>
        <p:spPr>
          <a:xfrm>
            <a:off x="5127080" y="491201"/>
            <a:ext cx="3145887" cy="4228898"/>
          </a:xfrm>
          <a:prstGeom prst="rect">
            <a:avLst/>
          </a:prstGeom>
        </p:spPr>
      </p:pic>
      <p:pic>
        <p:nvPicPr>
          <p:cNvPr id="6" name="Picture 5">
            <a:extLst>
              <a:ext uri="{FF2B5EF4-FFF2-40B4-BE49-F238E27FC236}">
                <a16:creationId xmlns:a16="http://schemas.microsoft.com/office/drawing/2014/main" id="{801FC64B-90B5-8693-775A-006D801F6543}"/>
              </a:ext>
            </a:extLst>
          </p:cNvPr>
          <p:cNvPicPr>
            <a:picLocks noChangeAspect="1"/>
          </p:cNvPicPr>
          <p:nvPr/>
        </p:nvPicPr>
        <p:blipFill>
          <a:blip r:embed="rId7"/>
          <a:stretch>
            <a:fillRect/>
          </a:stretch>
        </p:blipFill>
        <p:spPr>
          <a:xfrm>
            <a:off x="2928381" y="28977375"/>
            <a:ext cx="4959866" cy="2342159"/>
          </a:xfrm>
          <a:prstGeom prst="rect">
            <a:avLst/>
          </a:prstGeom>
        </p:spPr>
      </p:pic>
      <p:pic>
        <p:nvPicPr>
          <p:cNvPr id="7" name="Picture 6">
            <a:extLst>
              <a:ext uri="{FF2B5EF4-FFF2-40B4-BE49-F238E27FC236}">
                <a16:creationId xmlns:a16="http://schemas.microsoft.com/office/drawing/2014/main" id="{492793EF-A3E5-4693-A5EE-C639CEFFD7CF}"/>
              </a:ext>
            </a:extLst>
          </p:cNvPr>
          <p:cNvPicPr>
            <a:picLocks noChangeAspect="1"/>
          </p:cNvPicPr>
          <p:nvPr/>
        </p:nvPicPr>
        <p:blipFill>
          <a:blip r:embed="rId8"/>
          <a:stretch>
            <a:fillRect/>
          </a:stretch>
        </p:blipFill>
        <p:spPr>
          <a:xfrm>
            <a:off x="7277928" y="29073391"/>
            <a:ext cx="3822446" cy="2150126"/>
          </a:xfrm>
          <a:prstGeom prst="rect">
            <a:avLst/>
          </a:prstGeom>
        </p:spPr>
      </p:pic>
      <p:pic>
        <p:nvPicPr>
          <p:cNvPr id="44" name="Picture 43">
            <a:extLst>
              <a:ext uri="{FF2B5EF4-FFF2-40B4-BE49-F238E27FC236}">
                <a16:creationId xmlns:a16="http://schemas.microsoft.com/office/drawing/2014/main" id="{CF42010F-3D48-E56D-0042-F100192E5A75}"/>
              </a:ext>
            </a:extLst>
          </p:cNvPr>
          <p:cNvPicPr>
            <a:picLocks noChangeAspect="1"/>
          </p:cNvPicPr>
          <p:nvPr/>
        </p:nvPicPr>
        <p:blipFill>
          <a:blip r:embed="rId9"/>
          <a:stretch>
            <a:fillRect/>
          </a:stretch>
        </p:blipFill>
        <p:spPr>
          <a:xfrm>
            <a:off x="11500094" y="17008069"/>
            <a:ext cx="9957956" cy="4848102"/>
          </a:xfrm>
          <a:prstGeom prst="rect">
            <a:avLst/>
          </a:prstGeom>
        </p:spPr>
      </p:pic>
      <p:pic>
        <p:nvPicPr>
          <p:cNvPr id="46" name="Picture 45">
            <a:extLst>
              <a:ext uri="{FF2B5EF4-FFF2-40B4-BE49-F238E27FC236}">
                <a16:creationId xmlns:a16="http://schemas.microsoft.com/office/drawing/2014/main" id="{DDED4026-297F-7C77-3572-68C967A806E4}"/>
              </a:ext>
            </a:extLst>
          </p:cNvPr>
          <p:cNvPicPr>
            <a:picLocks noChangeAspect="1"/>
          </p:cNvPicPr>
          <p:nvPr/>
        </p:nvPicPr>
        <p:blipFill>
          <a:blip r:embed="rId10"/>
          <a:stretch>
            <a:fillRect/>
          </a:stretch>
        </p:blipFill>
        <p:spPr>
          <a:xfrm>
            <a:off x="11499080" y="23798642"/>
            <a:ext cx="9958970" cy="4864750"/>
          </a:xfrm>
          <a:prstGeom prst="rect">
            <a:avLst/>
          </a:prstGeom>
        </p:spPr>
      </p:pic>
      <p:pic>
        <p:nvPicPr>
          <p:cNvPr id="48" name="Picture 47">
            <a:extLst>
              <a:ext uri="{FF2B5EF4-FFF2-40B4-BE49-F238E27FC236}">
                <a16:creationId xmlns:a16="http://schemas.microsoft.com/office/drawing/2014/main" id="{7FB1884A-70E0-D137-32D7-EBC95AEF2416}"/>
              </a:ext>
            </a:extLst>
          </p:cNvPr>
          <p:cNvPicPr>
            <a:picLocks noChangeAspect="1"/>
          </p:cNvPicPr>
          <p:nvPr/>
        </p:nvPicPr>
        <p:blipFill>
          <a:blip r:embed="rId11"/>
          <a:stretch>
            <a:fillRect/>
          </a:stretch>
        </p:blipFill>
        <p:spPr>
          <a:xfrm>
            <a:off x="22283050" y="6430159"/>
            <a:ext cx="9960000" cy="3927644"/>
          </a:xfrm>
          <a:prstGeom prst="rect">
            <a:avLst/>
          </a:prstGeom>
        </p:spPr>
      </p:pic>
      <p:pic>
        <p:nvPicPr>
          <p:cNvPr id="50" name="Picture 49">
            <a:extLst>
              <a:ext uri="{FF2B5EF4-FFF2-40B4-BE49-F238E27FC236}">
                <a16:creationId xmlns:a16="http://schemas.microsoft.com/office/drawing/2014/main" id="{3168A480-7BB8-1D0A-ECE2-01B296D5984F}"/>
              </a:ext>
            </a:extLst>
          </p:cNvPr>
          <p:cNvPicPr>
            <a:picLocks noChangeAspect="1"/>
          </p:cNvPicPr>
          <p:nvPr/>
        </p:nvPicPr>
        <p:blipFill>
          <a:blip r:embed="rId12"/>
          <a:stretch>
            <a:fillRect/>
          </a:stretch>
        </p:blipFill>
        <p:spPr>
          <a:xfrm>
            <a:off x="22287758" y="11264832"/>
            <a:ext cx="9960000" cy="4696015"/>
          </a:xfrm>
          <a:prstGeom prst="rect">
            <a:avLst/>
          </a:prstGeom>
        </p:spPr>
      </p:pic>
      <p:sp>
        <p:nvSpPr>
          <p:cNvPr id="52" name="Google Shape;91;p1">
            <a:extLst>
              <a:ext uri="{FF2B5EF4-FFF2-40B4-BE49-F238E27FC236}">
                <a16:creationId xmlns:a16="http://schemas.microsoft.com/office/drawing/2014/main" id="{117DA516-B6DB-21C3-03B0-0348E818F6E7}"/>
              </a:ext>
            </a:extLst>
          </p:cNvPr>
          <p:cNvSpPr/>
          <p:nvPr/>
        </p:nvSpPr>
        <p:spPr>
          <a:xfrm>
            <a:off x="33061800" y="11078928"/>
            <a:ext cx="9989100" cy="579300"/>
          </a:xfrm>
          <a:prstGeom prst="rect">
            <a:avLst/>
          </a:prstGeom>
          <a:solidFill>
            <a:srgbClr val="104F01"/>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Key Takeaways and References</a:t>
            </a:r>
            <a:endParaRPr sz="3600" i="0" u="none" strike="noStrike" cap="none" dirty="0">
              <a:solidFill>
                <a:srgbClr val="000000"/>
              </a:solidFill>
              <a:latin typeface="Garamond"/>
              <a:ea typeface="Garamond"/>
              <a:cs typeface="Garamond"/>
              <a:sym typeface="Garamond"/>
            </a:endParaRPr>
          </a:p>
        </p:txBody>
      </p:sp>
      <p:sp>
        <p:nvSpPr>
          <p:cNvPr id="54" name="Google Shape;91;p1">
            <a:extLst>
              <a:ext uri="{FF2B5EF4-FFF2-40B4-BE49-F238E27FC236}">
                <a16:creationId xmlns:a16="http://schemas.microsoft.com/office/drawing/2014/main" id="{797DB89D-BD4A-07B0-3D98-197430E31C21}"/>
              </a:ext>
            </a:extLst>
          </p:cNvPr>
          <p:cNvSpPr/>
          <p:nvPr/>
        </p:nvSpPr>
        <p:spPr>
          <a:xfrm>
            <a:off x="22291625" y="26398025"/>
            <a:ext cx="9989100" cy="579300"/>
          </a:xfrm>
          <a:prstGeom prst="rect">
            <a:avLst/>
          </a:prstGeom>
          <a:solidFill>
            <a:srgbClr val="104F01"/>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Real-world Applications</a:t>
            </a:r>
            <a:endParaRPr sz="3600" i="0" u="none" strike="noStrike" cap="none" dirty="0">
              <a:solidFill>
                <a:srgbClr val="000000"/>
              </a:solidFill>
              <a:latin typeface="Garamond"/>
              <a:ea typeface="Garamond"/>
              <a:cs typeface="Garamond"/>
              <a:sym typeface="Garamond"/>
            </a:endParaRPr>
          </a:p>
        </p:txBody>
      </p:sp>
      <p:sp>
        <p:nvSpPr>
          <p:cNvPr id="56" name="Google Shape;91;p1">
            <a:extLst>
              <a:ext uri="{FF2B5EF4-FFF2-40B4-BE49-F238E27FC236}">
                <a16:creationId xmlns:a16="http://schemas.microsoft.com/office/drawing/2014/main" id="{D1B0BB59-466B-FD46-A779-0F8266678768}"/>
              </a:ext>
            </a:extLst>
          </p:cNvPr>
          <p:cNvSpPr/>
          <p:nvPr/>
        </p:nvSpPr>
        <p:spPr>
          <a:xfrm>
            <a:off x="22291625" y="21151647"/>
            <a:ext cx="9989100" cy="579300"/>
          </a:xfrm>
          <a:prstGeom prst="rect">
            <a:avLst/>
          </a:prstGeom>
          <a:solidFill>
            <a:srgbClr val="104F01"/>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Advantages, Limits and Best fit</a:t>
            </a:r>
            <a:endParaRPr sz="3600" i="0" u="none" strike="noStrike" cap="none" dirty="0">
              <a:solidFill>
                <a:srgbClr val="000000"/>
              </a:solidFill>
              <a:latin typeface="Garamond"/>
              <a:ea typeface="Garamond"/>
              <a:cs typeface="Garamond"/>
              <a:sym typeface="Garamond"/>
            </a:endParaRPr>
          </a:p>
        </p:txBody>
      </p:sp>
      <p:sp>
        <p:nvSpPr>
          <p:cNvPr id="58" name="Google Shape;91;p1">
            <a:extLst>
              <a:ext uri="{FF2B5EF4-FFF2-40B4-BE49-F238E27FC236}">
                <a16:creationId xmlns:a16="http://schemas.microsoft.com/office/drawing/2014/main" id="{AE42EA94-D48C-F8DF-283A-D8612E5E57AA}"/>
              </a:ext>
            </a:extLst>
          </p:cNvPr>
          <p:cNvSpPr/>
          <p:nvPr/>
        </p:nvSpPr>
        <p:spPr>
          <a:xfrm>
            <a:off x="22283050" y="16081211"/>
            <a:ext cx="9989100" cy="579300"/>
          </a:xfrm>
          <a:prstGeom prst="rect">
            <a:avLst/>
          </a:prstGeom>
          <a:solidFill>
            <a:srgbClr val="104F01"/>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Accuracy: False positive and tuning</a:t>
            </a:r>
            <a:endParaRPr sz="3600" i="0" u="none" strike="noStrike" cap="none" dirty="0">
              <a:solidFill>
                <a:srgbClr val="000000"/>
              </a:solidFill>
              <a:latin typeface="Garamond"/>
              <a:ea typeface="Garamond"/>
              <a:cs typeface="Garamond"/>
              <a:sym typeface="Garamond"/>
            </a:endParaRPr>
          </a:p>
        </p:txBody>
      </p:sp>
      <p:pic>
        <p:nvPicPr>
          <p:cNvPr id="60" name="Picture 59">
            <a:extLst>
              <a:ext uri="{FF2B5EF4-FFF2-40B4-BE49-F238E27FC236}">
                <a16:creationId xmlns:a16="http://schemas.microsoft.com/office/drawing/2014/main" id="{56FF8FE8-908D-182D-F524-3FDC5D12A953}"/>
              </a:ext>
            </a:extLst>
          </p:cNvPr>
          <p:cNvPicPr>
            <a:picLocks noChangeAspect="1"/>
          </p:cNvPicPr>
          <p:nvPr/>
        </p:nvPicPr>
        <p:blipFill>
          <a:blip r:embed="rId13"/>
          <a:stretch>
            <a:fillRect/>
          </a:stretch>
        </p:blipFill>
        <p:spPr>
          <a:xfrm>
            <a:off x="22287758" y="16780876"/>
            <a:ext cx="9955292" cy="4218344"/>
          </a:xfrm>
          <a:prstGeom prst="rect">
            <a:avLst/>
          </a:prstGeom>
        </p:spPr>
      </p:pic>
      <p:pic>
        <p:nvPicPr>
          <p:cNvPr id="62" name="Picture 61">
            <a:extLst>
              <a:ext uri="{FF2B5EF4-FFF2-40B4-BE49-F238E27FC236}">
                <a16:creationId xmlns:a16="http://schemas.microsoft.com/office/drawing/2014/main" id="{1F91B95F-9372-4796-E374-1A5A59B4047E}"/>
              </a:ext>
            </a:extLst>
          </p:cNvPr>
          <p:cNvPicPr>
            <a:picLocks noChangeAspect="1"/>
          </p:cNvPicPr>
          <p:nvPr/>
        </p:nvPicPr>
        <p:blipFill>
          <a:blip r:embed="rId14"/>
          <a:stretch>
            <a:fillRect/>
          </a:stretch>
        </p:blipFill>
        <p:spPr>
          <a:xfrm>
            <a:off x="22291221" y="21856171"/>
            <a:ext cx="9955292" cy="4414854"/>
          </a:xfrm>
          <a:prstGeom prst="rect">
            <a:avLst/>
          </a:prstGeom>
        </p:spPr>
      </p:pic>
      <p:pic>
        <p:nvPicPr>
          <p:cNvPr id="64" name="Picture 63">
            <a:extLst>
              <a:ext uri="{FF2B5EF4-FFF2-40B4-BE49-F238E27FC236}">
                <a16:creationId xmlns:a16="http://schemas.microsoft.com/office/drawing/2014/main" id="{A7B1A25B-FA7F-6916-9EB7-DECD32F7739C}"/>
              </a:ext>
            </a:extLst>
          </p:cNvPr>
          <p:cNvPicPr>
            <a:picLocks noChangeAspect="1"/>
          </p:cNvPicPr>
          <p:nvPr/>
        </p:nvPicPr>
        <p:blipFill>
          <a:blip r:embed="rId15"/>
          <a:stretch>
            <a:fillRect/>
          </a:stretch>
        </p:blipFill>
        <p:spPr>
          <a:xfrm>
            <a:off x="22291220" y="27170741"/>
            <a:ext cx="9941155" cy="4540878"/>
          </a:xfrm>
          <a:prstGeom prst="rect">
            <a:avLst/>
          </a:prstGeom>
        </p:spPr>
      </p:pic>
      <p:pic>
        <p:nvPicPr>
          <p:cNvPr id="66" name="Picture 65">
            <a:extLst>
              <a:ext uri="{FF2B5EF4-FFF2-40B4-BE49-F238E27FC236}">
                <a16:creationId xmlns:a16="http://schemas.microsoft.com/office/drawing/2014/main" id="{0EB0C9EE-6F8F-50E1-6507-923C03970EA3}"/>
              </a:ext>
            </a:extLst>
          </p:cNvPr>
          <p:cNvPicPr>
            <a:picLocks noChangeAspect="1"/>
          </p:cNvPicPr>
          <p:nvPr/>
        </p:nvPicPr>
        <p:blipFill>
          <a:blip r:embed="rId16"/>
          <a:stretch>
            <a:fillRect/>
          </a:stretch>
        </p:blipFill>
        <p:spPr>
          <a:xfrm>
            <a:off x="33061800" y="6286956"/>
            <a:ext cx="9960000" cy="4517758"/>
          </a:xfrm>
          <a:prstGeom prst="rect">
            <a:avLst/>
          </a:prstGeom>
        </p:spPr>
      </p:pic>
      <p:pic>
        <p:nvPicPr>
          <p:cNvPr id="68" name="Picture 67">
            <a:extLst>
              <a:ext uri="{FF2B5EF4-FFF2-40B4-BE49-F238E27FC236}">
                <a16:creationId xmlns:a16="http://schemas.microsoft.com/office/drawing/2014/main" id="{BE183377-C028-CE59-F785-DD3EFF725DC8}"/>
              </a:ext>
            </a:extLst>
          </p:cNvPr>
          <p:cNvPicPr>
            <a:picLocks noChangeAspect="1"/>
          </p:cNvPicPr>
          <p:nvPr/>
        </p:nvPicPr>
        <p:blipFill>
          <a:blip r:embed="rId17"/>
          <a:stretch>
            <a:fillRect/>
          </a:stretch>
        </p:blipFill>
        <p:spPr>
          <a:xfrm>
            <a:off x="33068378" y="11800360"/>
            <a:ext cx="9953422" cy="4825362"/>
          </a:xfrm>
          <a:prstGeom prst="rect">
            <a:avLst/>
          </a:prstGeom>
        </p:spPr>
      </p:pic>
      <p:pic>
        <p:nvPicPr>
          <p:cNvPr id="70" name="Picture 69">
            <a:extLst>
              <a:ext uri="{FF2B5EF4-FFF2-40B4-BE49-F238E27FC236}">
                <a16:creationId xmlns:a16="http://schemas.microsoft.com/office/drawing/2014/main" id="{88A380FB-FC37-2346-D851-49584CCA2E8D}"/>
              </a:ext>
            </a:extLst>
          </p:cNvPr>
          <p:cNvPicPr>
            <a:picLocks noChangeAspect="1"/>
          </p:cNvPicPr>
          <p:nvPr/>
        </p:nvPicPr>
        <p:blipFill>
          <a:blip r:embed="rId18"/>
          <a:stretch>
            <a:fillRect/>
          </a:stretch>
        </p:blipFill>
        <p:spPr>
          <a:xfrm>
            <a:off x="33055049" y="17405709"/>
            <a:ext cx="9987441" cy="9696091"/>
          </a:xfrm>
          <a:prstGeom prst="rect">
            <a:avLst/>
          </a:prstGeom>
        </p:spPr>
      </p:pic>
      <p:sp>
        <p:nvSpPr>
          <p:cNvPr id="72" name="Google Shape;84;p1">
            <a:extLst>
              <a:ext uri="{FF2B5EF4-FFF2-40B4-BE49-F238E27FC236}">
                <a16:creationId xmlns:a16="http://schemas.microsoft.com/office/drawing/2014/main" id="{83A54A4F-8FAD-5CF6-48A0-682D689F297A}"/>
              </a:ext>
            </a:extLst>
          </p:cNvPr>
          <p:cNvSpPr/>
          <p:nvPr/>
        </p:nvSpPr>
        <p:spPr>
          <a:xfrm>
            <a:off x="33055678" y="27170741"/>
            <a:ext cx="9982200" cy="579300"/>
          </a:xfrm>
          <a:prstGeom prst="rect">
            <a:avLst/>
          </a:prstGeom>
          <a:solidFill>
            <a:srgbClr val="104F01"/>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Output</a:t>
            </a:r>
            <a:endParaRPr sz="3600" i="0" u="none" strike="noStrike" cap="none" dirty="0">
              <a:solidFill>
                <a:srgbClr val="000000"/>
              </a:solidFill>
              <a:latin typeface="Garamond"/>
              <a:ea typeface="Garamond"/>
              <a:cs typeface="Garamond"/>
              <a:sym typeface="Garamond"/>
            </a:endParaRPr>
          </a:p>
        </p:txBody>
      </p:sp>
      <p:pic>
        <p:nvPicPr>
          <p:cNvPr id="79" name="Picture 78">
            <a:extLst>
              <a:ext uri="{FF2B5EF4-FFF2-40B4-BE49-F238E27FC236}">
                <a16:creationId xmlns:a16="http://schemas.microsoft.com/office/drawing/2014/main" id="{DB945D43-DCDC-83AE-9895-D47531AEE4A7}"/>
              </a:ext>
            </a:extLst>
          </p:cNvPr>
          <p:cNvPicPr>
            <a:picLocks noChangeAspect="1"/>
          </p:cNvPicPr>
          <p:nvPr/>
        </p:nvPicPr>
        <p:blipFill>
          <a:blip r:embed="rId19"/>
          <a:stretch>
            <a:fillRect/>
          </a:stretch>
        </p:blipFill>
        <p:spPr>
          <a:xfrm>
            <a:off x="33055049" y="28134306"/>
            <a:ext cx="9982200" cy="3410934"/>
          </a:xfrm>
          <a:prstGeom prst="rect">
            <a:avLst/>
          </a:prstGeom>
        </p:spPr>
      </p:pic>
    </p:spTree>
  </p:cSld>
  <p:clrMapOvr>
    <a:masterClrMapping/>
  </p:clrMapOvr>
</p:sld>
</file>

<file path=ppt/theme/theme1.xml><?xml version="1.0" encoding="utf-8"?>
<a:theme xmlns:a="http://schemas.openxmlformats.org/drawingml/2006/main" name="1_Default">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a:themeElements>
    <a:clrScheme name="Default">
      <a:dk1>
        <a:srgbClr val="000000"/>
      </a:dk1>
      <a:lt1>
        <a:srgbClr val="AABAC9"/>
      </a:lt1>
      <a:dk2>
        <a:srgbClr val="A7A7A7"/>
      </a:dk2>
      <a:lt2>
        <a:srgbClr val="535353"/>
      </a:lt2>
      <a:accent1>
        <a:srgbClr val="D7D7D7"/>
      </a:accent1>
      <a:accent2>
        <a:srgbClr val="003466"/>
      </a:accent2>
      <a:accent3>
        <a:srgbClr val="D0D7DF"/>
      </a:accent3>
      <a:accent4>
        <a:srgbClr val="707070"/>
      </a:accent4>
      <a:accent5>
        <a:srgbClr val="E6E6E6"/>
      </a:accent5>
      <a:accent6>
        <a:srgbClr val="002F5C"/>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Default">
  <a:themeElements>
    <a:clrScheme name="Default">
      <a:dk1>
        <a:srgbClr val="000000"/>
      </a:dk1>
      <a:lt1>
        <a:srgbClr val="FFFFFF"/>
      </a:lt1>
      <a:dk2>
        <a:srgbClr val="A7A7A7"/>
      </a:dk2>
      <a:lt2>
        <a:srgbClr val="535353"/>
      </a:lt2>
      <a:accent1>
        <a:srgbClr val="D7D7D7"/>
      </a:accent1>
      <a:accent2>
        <a:srgbClr val="003466"/>
      </a:accent2>
      <a:accent3>
        <a:srgbClr val="D0D7DF"/>
      </a:accent3>
      <a:accent4>
        <a:srgbClr val="707070"/>
      </a:accent4>
      <a:accent5>
        <a:srgbClr val="E6E6E6"/>
      </a:accent5>
      <a:accent6>
        <a:srgbClr val="002F5C"/>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2124</TotalTime>
  <Words>480</Words>
  <Application>Microsoft Office PowerPoint</Application>
  <PresentationFormat>Custom</PresentationFormat>
  <Paragraphs>27</Paragraphs>
  <Slides>1</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vt:i4>
      </vt:variant>
    </vt:vector>
  </HeadingPairs>
  <TitlesOfParts>
    <vt:vector size="7" baseType="lpstr">
      <vt:lpstr>Garamond</vt:lpstr>
      <vt:lpstr>Arial</vt:lpstr>
      <vt:lpstr>Arial Black</vt:lpstr>
      <vt:lpstr>Helvetica Neue</vt:lpstr>
      <vt:lpstr>1_Default</vt:lpstr>
      <vt:lpstr>Default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Govindaswamy, Victor</dc:creator>
  <cp:lastModifiedBy>Rajendra Joshi</cp:lastModifiedBy>
  <cp:revision>39</cp:revision>
  <dcterms:modified xsi:type="dcterms:W3CDTF">2026-10-23T21:08:58Z</dcterms:modified>
</cp:coreProperties>
</file>