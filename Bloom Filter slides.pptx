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AA4697-8F12-4565-8268-23A0F04CAAC4}" v="72" dt="2026-10-21T20:16:26.2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ndra Joshi" userId="e8dcc9b2d8463b3a" providerId="LiveId" clId="{C5EB99A2-3027-4CAF-91ED-01B26E32F65E}"/>
    <pc:docChg chg="undo custSel addSld modSld">
      <pc:chgData name="Rajendra Joshi" userId="e8dcc9b2d8463b3a" providerId="LiveId" clId="{C5EB99A2-3027-4CAF-91ED-01B26E32F65E}" dt="2026-10-21T20:22:30.477" v="185" actId="14100"/>
      <pc:docMkLst>
        <pc:docMk/>
      </pc:docMkLst>
      <pc:sldChg chg="addSp delSp modSp new mod setBg">
        <pc:chgData name="Rajendra Joshi" userId="e8dcc9b2d8463b3a" providerId="LiveId" clId="{C5EB99A2-3027-4CAF-91ED-01B26E32F65E}" dt="2026-10-21T20:17:31.299" v="154" actId="1036"/>
        <pc:sldMkLst>
          <pc:docMk/>
          <pc:sldMk cId="2953653523" sldId="256"/>
        </pc:sldMkLst>
        <pc:spChg chg="add mod">
          <ac:chgData name="Rajendra Joshi" userId="e8dcc9b2d8463b3a" providerId="LiveId" clId="{C5EB99A2-3027-4CAF-91ED-01B26E32F65E}" dt="2026-10-21T20:16:50.989" v="82" actId="403"/>
          <ac:spMkLst>
            <pc:docMk/>
            <pc:sldMk cId="2953653523" sldId="256"/>
            <ac:spMk id="15" creationId="{468D0D79-EEB3-97E2-2470-416D5BB490CA}"/>
          </ac:spMkLst>
        </pc:spChg>
        <pc:spChg chg="add mod">
          <ac:chgData name="Rajendra Joshi" userId="e8dcc9b2d8463b3a" providerId="LiveId" clId="{C5EB99A2-3027-4CAF-91ED-01B26E32F65E}" dt="2026-10-21T20:16:50.989" v="82" actId="403"/>
          <ac:spMkLst>
            <pc:docMk/>
            <pc:sldMk cId="2953653523" sldId="256"/>
            <ac:spMk id="19" creationId="{0BE6375C-63DE-385B-35DB-4E366794EBA8}"/>
          </ac:spMkLst>
        </pc:spChg>
        <pc:spChg chg="add mod">
          <ac:chgData name="Rajendra Joshi" userId="e8dcc9b2d8463b3a" providerId="LiveId" clId="{C5EB99A2-3027-4CAF-91ED-01B26E32F65E}" dt="2026-10-21T20:16:50.989" v="82" actId="403"/>
          <ac:spMkLst>
            <pc:docMk/>
            <pc:sldMk cId="2953653523" sldId="256"/>
            <ac:spMk id="35" creationId="{3D5C265D-9504-610F-DE6D-1235D74A0885}"/>
          </ac:spMkLst>
        </pc:spChg>
        <pc:spChg chg="add mod">
          <ac:chgData name="Rajendra Joshi" userId="e8dcc9b2d8463b3a" providerId="LiveId" clId="{C5EB99A2-3027-4CAF-91ED-01B26E32F65E}" dt="2026-10-21T20:16:50.989" v="82" actId="403"/>
          <ac:spMkLst>
            <pc:docMk/>
            <pc:sldMk cId="2953653523" sldId="256"/>
            <ac:spMk id="41" creationId="{F09DA65F-576C-A069-1C9A-FAA898CBC653}"/>
          </ac:spMkLst>
        </pc:spChg>
        <pc:spChg chg="add mod">
          <ac:chgData name="Rajendra Joshi" userId="e8dcc9b2d8463b3a" providerId="LiveId" clId="{C5EB99A2-3027-4CAF-91ED-01B26E32F65E}" dt="2026-10-21T20:16:50.989" v="82" actId="403"/>
          <ac:spMkLst>
            <pc:docMk/>
            <pc:sldMk cId="2953653523" sldId="256"/>
            <ac:spMk id="57" creationId="{84C60201-6CC0-14E9-C20F-925937289BFF}"/>
          </ac:spMkLst>
        </pc:spChg>
        <pc:spChg chg="add mod">
          <ac:chgData name="Rajendra Joshi" userId="e8dcc9b2d8463b3a" providerId="LiveId" clId="{C5EB99A2-3027-4CAF-91ED-01B26E32F65E}" dt="2026-10-21T20:16:50.989" v="82" actId="403"/>
          <ac:spMkLst>
            <pc:docMk/>
            <pc:sldMk cId="2953653523" sldId="256"/>
            <ac:spMk id="59" creationId="{79D8C853-2F8E-21C7-1531-BBCE76A6ED1E}"/>
          </ac:spMkLst>
        </pc:spChg>
        <pc:spChg chg="add mod">
          <ac:chgData name="Rajendra Joshi" userId="e8dcc9b2d8463b3a" providerId="LiveId" clId="{C5EB99A2-3027-4CAF-91ED-01B26E32F65E}" dt="2026-10-21T20:16:50.989" v="82" actId="403"/>
          <ac:spMkLst>
            <pc:docMk/>
            <pc:sldMk cId="2953653523" sldId="256"/>
            <ac:spMk id="67" creationId="{8929E3BD-C337-7D25-4883-3FDC60C6DCAF}"/>
          </ac:spMkLst>
        </pc:spChg>
        <pc:spChg chg="add mod">
          <ac:chgData name="Rajendra Joshi" userId="e8dcc9b2d8463b3a" providerId="LiveId" clId="{C5EB99A2-3027-4CAF-91ED-01B26E32F65E}" dt="2026-10-21T20:16:50.989" v="82" actId="403"/>
          <ac:spMkLst>
            <pc:docMk/>
            <pc:sldMk cId="2953653523" sldId="256"/>
            <ac:spMk id="79" creationId="{4A4F35CF-2EFD-5B39-4BE4-06FEB809E5D8}"/>
          </ac:spMkLst>
        </pc:spChg>
        <pc:spChg chg="add mod">
          <ac:chgData name="Rajendra Joshi" userId="e8dcc9b2d8463b3a" providerId="LiveId" clId="{C5EB99A2-3027-4CAF-91ED-01B26E32F65E}" dt="2026-10-21T20:16:50.989" v="82" actId="403"/>
          <ac:spMkLst>
            <pc:docMk/>
            <pc:sldMk cId="2953653523" sldId="256"/>
            <ac:spMk id="83" creationId="{00ECB222-8259-CB1B-F3DB-8F9F28D13549}"/>
          </ac:spMkLst>
        </pc:spChg>
        <pc:spChg chg="mod">
          <ac:chgData name="Rajendra Joshi" userId="e8dcc9b2d8463b3a" providerId="LiveId" clId="{C5EB99A2-3027-4CAF-91ED-01B26E32F65E}" dt="2026-10-21T20:17:31.299" v="154" actId="1036"/>
          <ac:spMkLst>
            <pc:docMk/>
            <pc:sldMk cId="2953653523" sldId="256"/>
            <ac:spMk id="105" creationId="{85C96510-3036-5D7D-EBC8-5ADA1E3C9353}"/>
          </ac:spMkLst>
        </pc:spChg>
        <pc:spChg chg="mod">
          <ac:chgData name="Rajendra Joshi" userId="e8dcc9b2d8463b3a" providerId="LiveId" clId="{C5EB99A2-3027-4CAF-91ED-01B26E32F65E}" dt="2026-10-21T20:17:17.153" v="132" actId="1036"/>
          <ac:spMkLst>
            <pc:docMk/>
            <pc:sldMk cId="2953653523" sldId="256"/>
            <ac:spMk id="107" creationId="{AC202843-67C7-7B45-DED8-44628EFF7FDB}"/>
          </ac:spMkLst>
        </pc:spChg>
        <pc:spChg chg="mod">
          <ac:chgData name="Rajendra Joshi" userId="e8dcc9b2d8463b3a" providerId="LiveId" clId="{C5EB99A2-3027-4CAF-91ED-01B26E32F65E}" dt="2026-10-21T20:17:13.618" v="113" actId="1036"/>
          <ac:spMkLst>
            <pc:docMk/>
            <pc:sldMk cId="2953653523" sldId="256"/>
            <ac:spMk id="109" creationId="{1D353CD5-A0D9-C8B9-FED2-1247700B5C85}"/>
          </ac:spMkLst>
        </pc:spChg>
        <pc:spChg chg="add mod">
          <ac:chgData name="Rajendra Joshi" userId="e8dcc9b2d8463b3a" providerId="LiveId" clId="{C5EB99A2-3027-4CAF-91ED-01B26E32F65E}" dt="2026-10-21T20:17:06.426" v="92" actId="1036"/>
          <ac:spMkLst>
            <pc:docMk/>
            <pc:sldMk cId="2953653523" sldId="256"/>
            <ac:spMk id="111" creationId="{524AB51D-0354-079F-F8CC-D7885D24C127}"/>
          </ac:spMkLst>
        </pc:spChg>
        <pc:spChg chg="add del mod">
          <ac:chgData name="Rajendra Joshi" userId="e8dcc9b2d8463b3a" providerId="LiveId" clId="{C5EB99A2-3027-4CAF-91ED-01B26E32F65E}" dt="2026-10-21T20:15:30.307" v="11"/>
          <ac:spMkLst>
            <pc:docMk/>
            <pc:sldMk cId="2953653523" sldId="256"/>
            <ac:spMk id="112" creationId="{E7192111-24A0-4C8B-FE4B-36C716225926}"/>
          </ac:spMkLst>
        </pc:spChg>
      </pc:sldChg>
      <pc:sldChg chg="modSp new mod">
        <pc:chgData name="Rajendra Joshi" userId="e8dcc9b2d8463b3a" providerId="LiveId" clId="{C5EB99A2-3027-4CAF-91ED-01B26E32F65E}" dt="2026-10-21T20:22:30.477" v="185" actId="14100"/>
        <pc:sldMkLst>
          <pc:docMk/>
          <pc:sldMk cId="105465154" sldId="257"/>
        </pc:sldMkLst>
        <pc:spChg chg="mod">
          <ac:chgData name="Rajendra Joshi" userId="e8dcc9b2d8463b3a" providerId="LiveId" clId="{C5EB99A2-3027-4CAF-91ED-01B26E32F65E}" dt="2026-10-21T20:22:30.477" v="185" actId="14100"/>
          <ac:spMkLst>
            <pc:docMk/>
            <pc:sldMk cId="105465154" sldId="257"/>
            <ac:spMk id="2" creationId="{A73945DA-3BB9-C9C2-897F-B4A099F10D3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659D-7DC1-76C5-6FA6-4A3297D9D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0F13B-1D68-BA3A-E718-F9F979761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298B4-3669-8FDC-811D-0B99B92F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6BF74-39F7-4105-9443-14DD6F586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C373B-4BCA-6630-812A-08310C95F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652B0-7E77-14EE-3036-D6BEAB8E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80AD-D8DA-4FF7-ACE1-A14D3D60F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8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EBB98-80B4-A90A-2810-09F905705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96958-8ADD-F087-07EB-017F8060A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C4133-40C4-2533-C679-D06F3A485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6BF74-39F7-4105-9443-14DD6F586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48731-9BEF-68BB-807A-8B1D5C25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49EB1-CD5D-AF8F-50CE-A2B39F050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80AD-D8DA-4FF7-ACE1-A14D3D60F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47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4D5F4-CB11-6B59-38C9-9CC0C330F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B49B4-562D-574F-A74C-945EB0805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3DF27-91CD-7F23-D003-783480F0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6BF74-39F7-4105-9443-14DD6F586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772C6-B783-436C-63C7-DED530B48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3B031-F90E-FBBB-4594-69E5A6457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80AD-D8DA-4FF7-ACE1-A14D3D60F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37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19E60-CDB7-085C-38EC-3B27A7EFB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75F2A-86D3-528C-5B17-BE164CE5BA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DCF4E4-18F6-470E-D421-2BA97A54C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9A83B-C7FB-CF11-4F0B-9189AFA6D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6BF74-39F7-4105-9443-14DD6F586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625CD-F7D1-9A5B-0250-6BA90B71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F8544-78EF-77EC-17D4-DDE5352AD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80AD-D8DA-4FF7-ACE1-A14D3D60F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3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32FB6-EF5D-6326-85B6-ECDE4D95F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ED16D-FD87-C66D-0272-996AF85B2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9D700-F5B5-A86B-9D8C-413349C50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E47C2-F001-39C4-7642-A56CDA958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CF853D-AFFC-D7F9-46E5-332116EF7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29654F-58CC-3D97-4288-27C25B307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6BF74-39F7-4105-9443-14DD6F586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2B09B4-CD49-0C79-8127-F0759A855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71D08B-A791-A95F-5AA3-C9E519F16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80AD-D8DA-4FF7-ACE1-A14D3D60F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12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04DA6-0CD4-8E98-4A55-98776104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3D0C87-2BEF-D695-9B1F-139FCDDD8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6BF74-39F7-4105-9443-14DD6F586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8ABBF-2452-8157-70AC-FDFA55821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18ECF3-D630-D403-2B1F-3DC131820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80AD-D8DA-4FF7-ACE1-A14D3D60F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31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17FE1-0491-EEAE-4543-927631B7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6BF74-39F7-4105-9443-14DD6F586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D8F6CD-5CD8-A280-D3FD-A1385C355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20EDD-8577-2EC2-8FDB-4820C8D6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80AD-D8DA-4FF7-ACE1-A14D3D60F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9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6C20F-AB18-4610-3BF8-FA5F89DB3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47ED6-EFA9-C1FA-EF01-FAED41665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4B086-C455-FA67-6AFE-F681197BE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AAFC2-7B2F-91BE-091F-585985B62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6BF74-39F7-4105-9443-14DD6F586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3E775-5785-3AB6-1F51-6E28DB0C5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991C4-1FEC-7057-BAC9-DDB0F168C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80AD-D8DA-4FF7-ACE1-A14D3D60F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59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5C15-885F-0374-CE74-14F47835E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46D714-F722-F996-DD4A-A3673E4C5FD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2213E-B24D-5FFF-9EDF-CD4A3247C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21C62-ECDC-1443-A792-06707B208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6BF74-39F7-4105-9443-14DD6F586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3D64-6B3B-6F8F-B18C-D69028C65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89E1-E6F6-2F57-D85A-A9F231E2C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80AD-D8DA-4FF7-ACE1-A14D3D60F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52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AD3DA-000A-FFFA-4C6C-A5DBE655C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966F7-FA8A-47F4-DF47-5AA42418B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30593-BD8E-68A1-3F1E-50E97F0D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6BF74-39F7-4105-9443-14DD6F586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C0535-7F55-6D10-8CB7-D73908B77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664ED-B6C7-109F-F375-88252707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80AD-D8DA-4FF7-ACE1-A14D3D60F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6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68F91-4CE8-7908-0B95-EDB102D49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901A3-C55A-3DE0-CEA3-57DC62484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3B779-CEFD-A310-F345-3C5054E30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6BF74-39F7-4105-9443-14DD6F586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AA0E9-4D75-3E37-D861-CB325CDFD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C9301-D8BE-89E4-3042-08FC78B1B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80AD-D8DA-4FF7-ACE1-A14D3D60F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24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9B7B39-C775-C42A-8117-D76C645F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486DE-CD45-C2E6-6884-B93CA3CB4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52103-FA7D-2FD6-9CD4-B5CCBE67D4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6BF74-39F7-4105-9443-14DD6F586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D3C28-A787-7481-B798-9374B918A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2A317-32E5-2A95-CFEF-48C5E323E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0980AD-D8DA-4FF7-ACE1-A14D3D60F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6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BC0CB-8A6A-D929-4A9A-AE7516D487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BE779-DD65-8B88-5233-BB0EF61DAA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3200" dirty="0"/>
          </a:p>
        </p:txBody>
      </p:sp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EBFA1492-44BF-A4A8-088B-1EBEF8F73C95}"/>
              </a:ext>
            </a:extLst>
          </p:cNvPr>
          <p:cNvSpPr/>
          <p:nvPr/>
        </p:nvSpPr>
        <p:spPr>
          <a:xfrm>
            <a:off x="7452360" y="777240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80C5FF6A-494F-1155-0B30-84C185B645B5}"/>
              </a:ext>
            </a:extLst>
          </p:cNvPr>
          <p:cNvSpPr/>
          <p:nvPr/>
        </p:nvSpPr>
        <p:spPr>
          <a:xfrm>
            <a:off x="7763256" y="777240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2AF4C421-DD40-ACF5-493B-A689B4CB8039}"/>
              </a:ext>
            </a:extLst>
          </p:cNvPr>
          <p:cNvSpPr/>
          <p:nvPr/>
        </p:nvSpPr>
        <p:spPr>
          <a:xfrm>
            <a:off x="8074152" y="777240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A7BAA382-B821-531F-53A1-3FEBD9706D07}"/>
              </a:ext>
            </a:extLst>
          </p:cNvPr>
          <p:cNvSpPr/>
          <p:nvPr/>
        </p:nvSpPr>
        <p:spPr>
          <a:xfrm>
            <a:off x="8385048" y="777240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29EE5B07-6DF7-5CC6-D84C-A96B75671E9D}"/>
              </a:ext>
            </a:extLst>
          </p:cNvPr>
          <p:cNvSpPr/>
          <p:nvPr/>
        </p:nvSpPr>
        <p:spPr>
          <a:xfrm>
            <a:off x="8695944" y="777240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468D0D79-EEB3-97E2-2470-416D5BB490CA}"/>
              </a:ext>
            </a:extLst>
          </p:cNvPr>
          <p:cNvSpPr/>
          <p:nvPr/>
        </p:nvSpPr>
        <p:spPr>
          <a:xfrm>
            <a:off x="9006840" y="777240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8B8ED37B-5B4C-D377-5FAE-876B58C4AF9D}"/>
              </a:ext>
            </a:extLst>
          </p:cNvPr>
          <p:cNvSpPr/>
          <p:nvPr/>
        </p:nvSpPr>
        <p:spPr>
          <a:xfrm>
            <a:off x="9317736" y="777240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0BE6375C-63DE-385B-35DB-4E366794EBA8}"/>
              </a:ext>
            </a:extLst>
          </p:cNvPr>
          <p:cNvSpPr/>
          <p:nvPr/>
        </p:nvSpPr>
        <p:spPr>
          <a:xfrm>
            <a:off x="9628632" y="777240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63CE69B5-4A53-4EF4-7AD7-68A430C0DF40}"/>
              </a:ext>
            </a:extLst>
          </p:cNvPr>
          <p:cNvSpPr/>
          <p:nvPr/>
        </p:nvSpPr>
        <p:spPr>
          <a:xfrm>
            <a:off x="9939528" y="777240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63C2C013-FA48-F032-0E3A-8EF65E8D8F75}"/>
              </a:ext>
            </a:extLst>
          </p:cNvPr>
          <p:cNvSpPr/>
          <p:nvPr/>
        </p:nvSpPr>
        <p:spPr>
          <a:xfrm>
            <a:off x="10250424" y="777240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BB0067FC-5198-420D-9266-1CE05563D961}"/>
              </a:ext>
            </a:extLst>
          </p:cNvPr>
          <p:cNvSpPr/>
          <p:nvPr/>
        </p:nvSpPr>
        <p:spPr>
          <a:xfrm>
            <a:off x="10561320" y="777240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B6E10B8F-59AF-ECFE-4B8D-84ACF82DDDD2}"/>
              </a:ext>
            </a:extLst>
          </p:cNvPr>
          <p:cNvSpPr/>
          <p:nvPr/>
        </p:nvSpPr>
        <p:spPr>
          <a:xfrm>
            <a:off x="10872216" y="777240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29" name="Rounded Rectangle 13">
            <a:extLst>
              <a:ext uri="{FF2B5EF4-FFF2-40B4-BE49-F238E27FC236}">
                <a16:creationId xmlns:a16="http://schemas.microsoft.com/office/drawing/2014/main" id="{E12BCCC5-4497-6189-C70E-77B4C700CC48}"/>
              </a:ext>
            </a:extLst>
          </p:cNvPr>
          <p:cNvSpPr/>
          <p:nvPr/>
        </p:nvSpPr>
        <p:spPr>
          <a:xfrm>
            <a:off x="7452360" y="1088136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31" name="Rounded Rectangle 14">
            <a:extLst>
              <a:ext uri="{FF2B5EF4-FFF2-40B4-BE49-F238E27FC236}">
                <a16:creationId xmlns:a16="http://schemas.microsoft.com/office/drawing/2014/main" id="{13949F15-0DF6-96F5-ABAD-FF05329970D5}"/>
              </a:ext>
            </a:extLst>
          </p:cNvPr>
          <p:cNvSpPr/>
          <p:nvPr/>
        </p:nvSpPr>
        <p:spPr>
          <a:xfrm>
            <a:off x="7763256" y="1088136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3CFACF2C-9CA8-C153-1358-E078788EEE35}"/>
              </a:ext>
            </a:extLst>
          </p:cNvPr>
          <p:cNvSpPr/>
          <p:nvPr/>
        </p:nvSpPr>
        <p:spPr>
          <a:xfrm>
            <a:off x="8074152" y="1088136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35" name="Rounded Rectangle 16">
            <a:extLst>
              <a:ext uri="{FF2B5EF4-FFF2-40B4-BE49-F238E27FC236}">
                <a16:creationId xmlns:a16="http://schemas.microsoft.com/office/drawing/2014/main" id="{3D5C265D-9504-610F-DE6D-1235D74A0885}"/>
              </a:ext>
            </a:extLst>
          </p:cNvPr>
          <p:cNvSpPr/>
          <p:nvPr/>
        </p:nvSpPr>
        <p:spPr>
          <a:xfrm>
            <a:off x="8385048" y="1088136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37" name="Rounded Rectangle 17">
            <a:extLst>
              <a:ext uri="{FF2B5EF4-FFF2-40B4-BE49-F238E27FC236}">
                <a16:creationId xmlns:a16="http://schemas.microsoft.com/office/drawing/2014/main" id="{2ADF4F34-175A-25D5-0F62-D5434FF9623F}"/>
              </a:ext>
            </a:extLst>
          </p:cNvPr>
          <p:cNvSpPr/>
          <p:nvPr/>
        </p:nvSpPr>
        <p:spPr>
          <a:xfrm>
            <a:off x="8695944" y="1088136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39" name="Rounded Rectangle 18">
            <a:extLst>
              <a:ext uri="{FF2B5EF4-FFF2-40B4-BE49-F238E27FC236}">
                <a16:creationId xmlns:a16="http://schemas.microsoft.com/office/drawing/2014/main" id="{6881A2D3-F7FB-6CEF-DD92-072F5BCEDBE6}"/>
              </a:ext>
            </a:extLst>
          </p:cNvPr>
          <p:cNvSpPr/>
          <p:nvPr/>
        </p:nvSpPr>
        <p:spPr>
          <a:xfrm>
            <a:off x="9006840" y="1088136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41" name="Rounded Rectangle 19">
            <a:extLst>
              <a:ext uri="{FF2B5EF4-FFF2-40B4-BE49-F238E27FC236}">
                <a16:creationId xmlns:a16="http://schemas.microsoft.com/office/drawing/2014/main" id="{F09DA65F-576C-A069-1C9A-FAA898CBC653}"/>
              </a:ext>
            </a:extLst>
          </p:cNvPr>
          <p:cNvSpPr/>
          <p:nvPr/>
        </p:nvSpPr>
        <p:spPr>
          <a:xfrm>
            <a:off x="9317736" y="1088136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43" name="Rounded Rectangle 20">
            <a:extLst>
              <a:ext uri="{FF2B5EF4-FFF2-40B4-BE49-F238E27FC236}">
                <a16:creationId xmlns:a16="http://schemas.microsoft.com/office/drawing/2014/main" id="{321C9657-8E6F-43E9-9CDA-C6E9D1E3222D}"/>
              </a:ext>
            </a:extLst>
          </p:cNvPr>
          <p:cNvSpPr/>
          <p:nvPr/>
        </p:nvSpPr>
        <p:spPr>
          <a:xfrm>
            <a:off x="9628632" y="1088136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45" name="Rounded Rectangle 21">
            <a:extLst>
              <a:ext uri="{FF2B5EF4-FFF2-40B4-BE49-F238E27FC236}">
                <a16:creationId xmlns:a16="http://schemas.microsoft.com/office/drawing/2014/main" id="{DEE82E1B-1748-78D6-8BAD-985F459F6965}"/>
              </a:ext>
            </a:extLst>
          </p:cNvPr>
          <p:cNvSpPr/>
          <p:nvPr/>
        </p:nvSpPr>
        <p:spPr>
          <a:xfrm>
            <a:off x="9939528" y="1088136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47" name="Rounded Rectangle 22">
            <a:extLst>
              <a:ext uri="{FF2B5EF4-FFF2-40B4-BE49-F238E27FC236}">
                <a16:creationId xmlns:a16="http://schemas.microsoft.com/office/drawing/2014/main" id="{B02F8340-B2DE-46B9-A962-68335C8AE23F}"/>
              </a:ext>
            </a:extLst>
          </p:cNvPr>
          <p:cNvSpPr/>
          <p:nvPr/>
        </p:nvSpPr>
        <p:spPr>
          <a:xfrm>
            <a:off x="10250424" y="1088136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49" name="Rounded Rectangle 23">
            <a:extLst>
              <a:ext uri="{FF2B5EF4-FFF2-40B4-BE49-F238E27FC236}">
                <a16:creationId xmlns:a16="http://schemas.microsoft.com/office/drawing/2014/main" id="{39F1C2DE-E3FB-A068-C232-D7343CE16615}"/>
              </a:ext>
            </a:extLst>
          </p:cNvPr>
          <p:cNvSpPr/>
          <p:nvPr/>
        </p:nvSpPr>
        <p:spPr>
          <a:xfrm>
            <a:off x="10561320" y="1088136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51" name="Rounded Rectangle 24">
            <a:extLst>
              <a:ext uri="{FF2B5EF4-FFF2-40B4-BE49-F238E27FC236}">
                <a16:creationId xmlns:a16="http://schemas.microsoft.com/office/drawing/2014/main" id="{C956EAE6-DFA4-7C01-B26B-8259A20F4296}"/>
              </a:ext>
            </a:extLst>
          </p:cNvPr>
          <p:cNvSpPr/>
          <p:nvPr/>
        </p:nvSpPr>
        <p:spPr>
          <a:xfrm>
            <a:off x="10872216" y="1088136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53" name="Rounded Rectangle 25">
            <a:extLst>
              <a:ext uri="{FF2B5EF4-FFF2-40B4-BE49-F238E27FC236}">
                <a16:creationId xmlns:a16="http://schemas.microsoft.com/office/drawing/2014/main" id="{4DCAF507-1FD4-D08D-4AC7-53B5C3D3D54D}"/>
              </a:ext>
            </a:extLst>
          </p:cNvPr>
          <p:cNvSpPr/>
          <p:nvPr/>
        </p:nvSpPr>
        <p:spPr>
          <a:xfrm>
            <a:off x="7452360" y="1399032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55" name="Rounded Rectangle 26">
            <a:extLst>
              <a:ext uri="{FF2B5EF4-FFF2-40B4-BE49-F238E27FC236}">
                <a16:creationId xmlns:a16="http://schemas.microsoft.com/office/drawing/2014/main" id="{B9EBA700-9DCB-7C90-4397-4B4BBBF7EB9B}"/>
              </a:ext>
            </a:extLst>
          </p:cNvPr>
          <p:cNvSpPr/>
          <p:nvPr/>
        </p:nvSpPr>
        <p:spPr>
          <a:xfrm>
            <a:off x="7763256" y="1399032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57" name="Rounded Rectangle 27">
            <a:extLst>
              <a:ext uri="{FF2B5EF4-FFF2-40B4-BE49-F238E27FC236}">
                <a16:creationId xmlns:a16="http://schemas.microsoft.com/office/drawing/2014/main" id="{84C60201-6CC0-14E9-C20F-925937289BFF}"/>
              </a:ext>
            </a:extLst>
          </p:cNvPr>
          <p:cNvSpPr/>
          <p:nvPr/>
        </p:nvSpPr>
        <p:spPr>
          <a:xfrm>
            <a:off x="8074152" y="1399032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59" name="Rounded Rectangle 28">
            <a:extLst>
              <a:ext uri="{FF2B5EF4-FFF2-40B4-BE49-F238E27FC236}">
                <a16:creationId xmlns:a16="http://schemas.microsoft.com/office/drawing/2014/main" id="{79D8C853-2F8E-21C7-1531-BBCE76A6ED1E}"/>
              </a:ext>
            </a:extLst>
          </p:cNvPr>
          <p:cNvSpPr/>
          <p:nvPr/>
        </p:nvSpPr>
        <p:spPr>
          <a:xfrm>
            <a:off x="8385048" y="1399032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61" name="Rounded Rectangle 29">
            <a:extLst>
              <a:ext uri="{FF2B5EF4-FFF2-40B4-BE49-F238E27FC236}">
                <a16:creationId xmlns:a16="http://schemas.microsoft.com/office/drawing/2014/main" id="{997FC20A-6A28-4D18-CAAE-9300BCDAC67B}"/>
              </a:ext>
            </a:extLst>
          </p:cNvPr>
          <p:cNvSpPr/>
          <p:nvPr/>
        </p:nvSpPr>
        <p:spPr>
          <a:xfrm>
            <a:off x="8695944" y="1399032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63" name="Rounded Rectangle 30">
            <a:extLst>
              <a:ext uri="{FF2B5EF4-FFF2-40B4-BE49-F238E27FC236}">
                <a16:creationId xmlns:a16="http://schemas.microsoft.com/office/drawing/2014/main" id="{3D601C14-EC68-8078-CD22-3B39A4833C04}"/>
              </a:ext>
            </a:extLst>
          </p:cNvPr>
          <p:cNvSpPr/>
          <p:nvPr/>
        </p:nvSpPr>
        <p:spPr>
          <a:xfrm>
            <a:off x="9006840" y="1399032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65" name="Rounded Rectangle 31">
            <a:extLst>
              <a:ext uri="{FF2B5EF4-FFF2-40B4-BE49-F238E27FC236}">
                <a16:creationId xmlns:a16="http://schemas.microsoft.com/office/drawing/2014/main" id="{14FAC7D3-C9D5-8B8E-8079-A43D4839C83F}"/>
              </a:ext>
            </a:extLst>
          </p:cNvPr>
          <p:cNvSpPr/>
          <p:nvPr/>
        </p:nvSpPr>
        <p:spPr>
          <a:xfrm>
            <a:off x="9317736" y="1399032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67" name="Rounded Rectangle 32">
            <a:extLst>
              <a:ext uri="{FF2B5EF4-FFF2-40B4-BE49-F238E27FC236}">
                <a16:creationId xmlns:a16="http://schemas.microsoft.com/office/drawing/2014/main" id="{8929E3BD-C337-7D25-4883-3FDC60C6DCAF}"/>
              </a:ext>
            </a:extLst>
          </p:cNvPr>
          <p:cNvSpPr/>
          <p:nvPr/>
        </p:nvSpPr>
        <p:spPr>
          <a:xfrm>
            <a:off x="9628632" y="1399032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69" name="Rounded Rectangle 33">
            <a:extLst>
              <a:ext uri="{FF2B5EF4-FFF2-40B4-BE49-F238E27FC236}">
                <a16:creationId xmlns:a16="http://schemas.microsoft.com/office/drawing/2014/main" id="{713971A0-C22C-E501-8A45-40E7BBD72C56}"/>
              </a:ext>
            </a:extLst>
          </p:cNvPr>
          <p:cNvSpPr/>
          <p:nvPr/>
        </p:nvSpPr>
        <p:spPr>
          <a:xfrm>
            <a:off x="9939528" y="1399032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71" name="Rounded Rectangle 34">
            <a:extLst>
              <a:ext uri="{FF2B5EF4-FFF2-40B4-BE49-F238E27FC236}">
                <a16:creationId xmlns:a16="http://schemas.microsoft.com/office/drawing/2014/main" id="{18E5BF8C-E2BF-6A4B-EAD4-47F36E659E78}"/>
              </a:ext>
            </a:extLst>
          </p:cNvPr>
          <p:cNvSpPr/>
          <p:nvPr/>
        </p:nvSpPr>
        <p:spPr>
          <a:xfrm>
            <a:off x="10250424" y="1399032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73" name="Rounded Rectangle 35">
            <a:extLst>
              <a:ext uri="{FF2B5EF4-FFF2-40B4-BE49-F238E27FC236}">
                <a16:creationId xmlns:a16="http://schemas.microsoft.com/office/drawing/2014/main" id="{74F5437A-0E40-C3FC-BE31-39F9273DF5F5}"/>
              </a:ext>
            </a:extLst>
          </p:cNvPr>
          <p:cNvSpPr/>
          <p:nvPr/>
        </p:nvSpPr>
        <p:spPr>
          <a:xfrm>
            <a:off x="10561320" y="1399032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75" name="Rounded Rectangle 36">
            <a:extLst>
              <a:ext uri="{FF2B5EF4-FFF2-40B4-BE49-F238E27FC236}">
                <a16:creationId xmlns:a16="http://schemas.microsoft.com/office/drawing/2014/main" id="{3A05AF16-ED5F-2379-ADAD-9FC6EE7B0DC6}"/>
              </a:ext>
            </a:extLst>
          </p:cNvPr>
          <p:cNvSpPr/>
          <p:nvPr/>
        </p:nvSpPr>
        <p:spPr>
          <a:xfrm>
            <a:off x="10872216" y="1399032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77" name="Rounded Rectangle 37">
            <a:extLst>
              <a:ext uri="{FF2B5EF4-FFF2-40B4-BE49-F238E27FC236}">
                <a16:creationId xmlns:a16="http://schemas.microsoft.com/office/drawing/2014/main" id="{F7EA4945-47E9-0560-9458-005CCFED5707}"/>
              </a:ext>
            </a:extLst>
          </p:cNvPr>
          <p:cNvSpPr/>
          <p:nvPr/>
        </p:nvSpPr>
        <p:spPr>
          <a:xfrm>
            <a:off x="7452360" y="1709928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79" name="Rounded Rectangle 38">
            <a:extLst>
              <a:ext uri="{FF2B5EF4-FFF2-40B4-BE49-F238E27FC236}">
                <a16:creationId xmlns:a16="http://schemas.microsoft.com/office/drawing/2014/main" id="{4A4F35CF-2EFD-5B39-4BE4-06FEB809E5D8}"/>
              </a:ext>
            </a:extLst>
          </p:cNvPr>
          <p:cNvSpPr/>
          <p:nvPr/>
        </p:nvSpPr>
        <p:spPr>
          <a:xfrm>
            <a:off x="7763256" y="1709928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81" name="Rounded Rectangle 39">
            <a:extLst>
              <a:ext uri="{FF2B5EF4-FFF2-40B4-BE49-F238E27FC236}">
                <a16:creationId xmlns:a16="http://schemas.microsoft.com/office/drawing/2014/main" id="{5CAEC89D-E9D4-D54D-C0A0-B22AC7F69955}"/>
              </a:ext>
            </a:extLst>
          </p:cNvPr>
          <p:cNvSpPr/>
          <p:nvPr/>
        </p:nvSpPr>
        <p:spPr>
          <a:xfrm>
            <a:off x="8074152" y="1709928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83" name="Rounded Rectangle 40">
            <a:extLst>
              <a:ext uri="{FF2B5EF4-FFF2-40B4-BE49-F238E27FC236}">
                <a16:creationId xmlns:a16="http://schemas.microsoft.com/office/drawing/2014/main" id="{00ECB222-8259-CB1B-F3DB-8F9F28D13549}"/>
              </a:ext>
            </a:extLst>
          </p:cNvPr>
          <p:cNvSpPr/>
          <p:nvPr/>
        </p:nvSpPr>
        <p:spPr>
          <a:xfrm>
            <a:off x="8385048" y="1709928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85" name="Rounded Rectangle 41">
            <a:extLst>
              <a:ext uri="{FF2B5EF4-FFF2-40B4-BE49-F238E27FC236}">
                <a16:creationId xmlns:a16="http://schemas.microsoft.com/office/drawing/2014/main" id="{BD83FFDA-52D4-3E24-BAB3-133AA095182A}"/>
              </a:ext>
            </a:extLst>
          </p:cNvPr>
          <p:cNvSpPr/>
          <p:nvPr/>
        </p:nvSpPr>
        <p:spPr>
          <a:xfrm>
            <a:off x="8695944" y="1709928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87" name="Rounded Rectangle 42">
            <a:extLst>
              <a:ext uri="{FF2B5EF4-FFF2-40B4-BE49-F238E27FC236}">
                <a16:creationId xmlns:a16="http://schemas.microsoft.com/office/drawing/2014/main" id="{CECE991F-0E0A-6FB4-9898-88DBAB923020}"/>
              </a:ext>
            </a:extLst>
          </p:cNvPr>
          <p:cNvSpPr/>
          <p:nvPr/>
        </p:nvSpPr>
        <p:spPr>
          <a:xfrm>
            <a:off x="9006840" y="1709928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89" name="Rounded Rectangle 43">
            <a:extLst>
              <a:ext uri="{FF2B5EF4-FFF2-40B4-BE49-F238E27FC236}">
                <a16:creationId xmlns:a16="http://schemas.microsoft.com/office/drawing/2014/main" id="{A4DA28BD-B229-4ED1-3410-CE3AA931708B}"/>
              </a:ext>
            </a:extLst>
          </p:cNvPr>
          <p:cNvSpPr/>
          <p:nvPr/>
        </p:nvSpPr>
        <p:spPr>
          <a:xfrm>
            <a:off x="9317736" y="1709928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91" name="Rounded Rectangle 44">
            <a:extLst>
              <a:ext uri="{FF2B5EF4-FFF2-40B4-BE49-F238E27FC236}">
                <a16:creationId xmlns:a16="http://schemas.microsoft.com/office/drawing/2014/main" id="{4CC15BCB-1823-1C6D-0DEE-D89561996988}"/>
              </a:ext>
            </a:extLst>
          </p:cNvPr>
          <p:cNvSpPr/>
          <p:nvPr/>
        </p:nvSpPr>
        <p:spPr>
          <a:xfrm>
            <a:off x="9628632" y="1709928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93" name="Rounded Rectangle 45">
            <a:extLst>
              <a:ext uri="{FF2B5EF4-FFF2-40B4-BE49-F238E27FC236}">
                <a16:creationId xmlns:a16="http://schemas.microsoft.com/office/drawing/2014/main" id="{ADB13322-DFA3-DCFD-67B8-6F8D8D77B8FB}"/>
              </a:ext>
            </a:extLst>
          </p:cNvPr>
          <p:cNvSpPr/>
          <p:nvPr/>
        </p:nvSpPr>
        <p:spPr>
          <a:xfrm>
            <a:off x="9939528" y="1709928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95" name="Rounded Rectangle 46">
            <a:extLst>
              <a:ext uri="{FF2B5EF4-FFF2-40B4-BE49-F238E27FC236}">
                <a16:creationId xmlns:a16="http://schemas.microsoft.com/office/drawing/2014/main" id="{048E8014-EA20-4FE2-9126-A0776907395B}"/>
              </a:ext>
            </a:extLst>
          </p:cNvPr>
          <p:cNvSpPr/>
          <p:nvPr/>
        </p:nvSpPr>
        <p:spPr>
          <a:xfrm>
            <a:off x="10250424" y="1709928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97" name="Rounded Rectangle 47">
            <a:extLst>
              <a:ext uri="{FF2B5EF4-FFF2-40B4-BE49-F238E27FC236}">
                <a16:creationId xmlns:a16="http://schemas.microsoft.com/office/drawing/2014/main" id="{F57182EA-73EF-CE72-AE64-9E3EBEDC9B84}"/>
              </a:ext>
            </a:extLst>
          </p:cNvPr>
          <p:cNvSpPr/>
          <p:nvPr/>
        </p:nvSpPr>
        <p:spPr>
          <a:xfrm>
            <a:off x="10561320" y="1709928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99" name="Rounded Rectangle 48">
            <a:extLst>
              <a:ext uri="{FF2B5EF4-FFF2-40B4-BE49-F238E27FC236}">
                <a16:creationId xmlns:a16="http://schemas.microsoft.com/office/drawing/2014/main" id="{87AB062E-94C7-6F70-6F53-E42748B75914}"/>
              </a:ext>
            </a:extLst>
          </p:cNvPr>
          <p:cNvSpPr/>
          <p:nvPr/>
        </p:nvSpPr>
        <p:spPr>
          <a:xfrm>
            <a:off x="10872216" y="1709928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E0F7FA7-1D25-4E94-7C02-29362F01D0C8}"/>
              </a:ext>
            </a:extLst>
          </p:cNvPr>
          <p:cNvSpPr txBox="1"/>
          <p:nvPr/>
        </p:nvSpPr>
        <p:spPr>
          <a:xfrm>
            <a:off x="822960" y="1234440"/>
            <a:ext cx="640080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5CCDCF"/>
                </a:solidFill>
                <a:latin typeface="Aptos"/>
              </a:defRPr>
            </a:pPr>
            <a:r>
              <a:rPr dirty="0">
                <a:latin typeface="+mj-lt"/>
              </a:rPr>
              <a:t>DATA STRUCTURES • EMERGING TECHNOLOGY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4091F11-4DA9-F1F3-B192-701D4FC5ACEB}"/>
              </a:ext>
            </a:extLst>
          </p:cNvPr>
          <p:cNvSpPr txBox="1"/>
          <p:nvPr/>
        </p:nvSpPr>
        <p:spPr>
          <a:xfrm>
            <a:off x="822960" y="1828800"/>
            <a:ext cx="676656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rPr sz="4800" dirty="0">
                <a:latin typeface="+mj-lt"/>
              </a:rPr>
              <a:t>Bloom Filters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5C96510-3036-5D7D-EBC8-5ADA1E3C9353}"/>
              </a:ext>
            </a:extLst>
          </p:cNvPr>
          <p:cNvSpPr txBox="1"/>
          <p:nvPr/>
        </p:nvSpPr>
        <p:spPr>
          <a:xfrm>
            <a:off x="850392" y="2820381"/>
            <a:ext cx="6217920" cy="165942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400" b="0">
                <a:solidFill>
                  <a:srgbClr val="DEE8F0"/>
                </a:solidFill>
                <a:latin typeface="Aptos"/>
              </a:defRPr>
            </a:pPr>
            <a:r>
              <a:rPr sz="3200" dirty="0">
                <a:latin typeface="+mj-lt"/>
              </a:rPr>
              <a:t>Fast membership checking for</a:t>
            </a:r>
          </a:p>
          <a:p>
            <a:pPr>
              <a:spcAft>
                <a:spcPts val="700"/>
              </a:spcAft>
              <a:defRPr sz="2400" b="0">
                <a:solidFill>
                  <a:srgbClr val="DEE8F0"/>
                </a:solidFill>
                <a:latin typeface="Aptos"/>
              </a:defRPr>
            </a:pPr>
            <a:r>
              <a:rPr sz="3200" dirty="0">
                <a:latin typeface="+mj-lt"/>
              </a:rPr>
              <a:t>cybersecurity and blockchain systems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C202843-67C7-7B45-DED8-44628EFF7FDB}"/>
              </a:ext>
            </a:extLst>
          </p:cNvPr>
          <p:cNvSpPr/>
          <p:nvPr/>
        </p:nvSpPr>
        <p:spPr>
          <a:xfrm>
            <a:off x="868680" y="4837962"/>
            <a:ext cx="1051560" cy="64008"/>
          </a:xfrm>
          <a:prstGeom prst="rect">
            <a:avLst/>
          </a:prstGeom>
          <a:solidFill>
            <a:srgbClr val="EF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j-lt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D353CD5-A0D9-C8B9-FED2-1247700B5C85}"/>
              </a:ext>
            </a:extLst>
          </p:cNvPr>
          <p:cNvSpPr txBox="1"/>
          <p:nvPr/>
        </p:nvSpPr>
        <p:spPr>
          <a:xfrm>
            <a:off x="868680" y="5010516"/>
            <a:ext cx="658368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>
                <a:latin typeface="+mj-lt"/>
              </a:rPr>
              <a:t>C++ application concept: transaction / member checker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24AB51D-0354-079F-F8CC-D7885D24C127}"/>
              </a:ext>
            </a:extLst>
          </p:cNvPr>
          <p:cNvSpPr txBox="1"/>
          <p:nvPr/>
        </p:nvSpPr>
        <p:spPr>
          <a:xfrm>
            <a:off x="868680" y="5420864"/>
            <a:ext cx="594360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FBFCF"/>
                </a:solidFill>
                <a:latin typeface="Aptos"/>
              </a:defRPr>
            </a:pPr>
            <a:r>
              <a:rPr sz="1400" dirty="0">
                <a:latin typeface="+mj-lt"/>
              </a:rPr>
              <a:t>Concept • Structure • Complexity • Applications</a:t>
            </a:r>
          </a:p>
        </p:txBody>
      </p:sp>
    </p:spTree>
    <p:extLst>
      <p:ext uri="{BB962C8B-B14F-4D97-AF65-F5344CB8AC3E}">
        <p14:creationId xmlns:p14="http://schemas.microsoft.com/office/powerpoint/2010/main" val="2953653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45DA-3BB9-C9C2-897F-B4A099F10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949"/>
          </a:xfrm>
        </p:spPr>
        <p:txBody>
          <a:bodyPr/>
          <a:lstStyle/>
          <a:p>
            <a:r>
              <a:rPr lang="en-US" b="1" dirty="0"/>
              <a:t>1. What is a Bloom Filter?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98BF7-235A-5400-26A3-70FC54D4D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39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1. What is a Bloom Filter?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Rajendra Joshi</dc:creator>
  <cp:lastModifiedBy>Rajendra Joshi</cp:lastModifiedBy>
  <cp:revision>1</cp:revision>
  <dcterms:created xsi:type="dcterms:W3CDTF">2026-10-21T20:04:25Z</dcterms:created>
  <dcterms:modified xsi:type="dcterms:W3CDTF">2026-10-21T20:22:32Z</dcterms:modified>
</cp:coreProperties>
</file>